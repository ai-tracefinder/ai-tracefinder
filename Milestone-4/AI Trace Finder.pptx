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5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D3658-27B9-424C-9BB1-0CBFDC316485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D5024A-A197-4FFC-B4A6-68A5073E3E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5194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D5024A-A197-4FFC-B4A6-68A5073E3EA9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82340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4522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277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3525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908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622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064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34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719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439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465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613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233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6895115-ca7e-4c70-bc6b-181bfc66ed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6-01-21 1519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64" y="0"/>
            <a:ext cx="12023766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6-01-21 1519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654" y="0"/>
            <a:ext cx="11618386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6-01-21 152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199"/>
            <a:ext cx="12191695" cy="6775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6-01-21 1520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38" y="0"/>
            <a:ext cx="12095018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6-01-21 1521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033"/>
            <a:ext cx="12191695" cy="67719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6-01-21 1521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647" y="0"/>
            <a:ext cx="116424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6-01-21 1521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06" y="0"/>
            <a:ext cx="11736482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6-01-21 1522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28" y="0"/>
            <a:ext cx="11903838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6-01-21 1522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97"/>
            <a:ext cx="12191695" cy="68344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6-01-21 1523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59" y="0"/>
            <a:ext cx="12147176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6-01-21 1524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80" y="0"/>
            <a:ext cx="11970933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84A7BD-2F9C-62FF-68A4-734F72C54D59}"/>
              </a:ext>
            </a:extLst>
          </p:cNvPr>
          <p:cNvSpPr txBox="1"/>
          <p:nvPr/>
        </p:nvSpPr>
        <p:spPr>
          <a:xfrm>
            <a:off x="7128386" y="3044279"/>
            <a:ext cx="76298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THANK YOU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17601143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11</TotalTime>
  <Words>3</Words>
  <Application>Microsoft Office PowerPoint</Application>
  <PresentationFormat>Widescreen</PresentationFormat>
  <Paragraphs>2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Calibri</vt:lpstr>
      <vt:lpstr>Calibri Light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METTUKURU VENKATA VARSHITH REDDY</cp:lastModifiedBy>
  <cp:revision>2</cp:revision>
  <dcterms:created xsi:type="dcterms:W3CDTF">2013-01-27T09:14:16Z</dcterms:created>
  <dcterms:modified xsi:type="dcterms:W3CDTF">2026-01-21T10:45:44Z</dcterms:modified>
  <cp:category/>
</cp:coreProperties>
</file>