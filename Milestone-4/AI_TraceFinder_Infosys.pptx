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23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Greet the panel. Introduce the project: identify scanner source from scanned images using PRNU/noise fingerprints.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quick overview: what it is, how it works, and best results. Mention PRNU correlation is best performer.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scanner source identification matters and define the problem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project goals and real-world scenarios where this solution adds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dataset types and the key rule: preserve PRNU during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architecture diagram: each block and how output is 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milestone 1 is the foundation: clean data + labels + consistent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baselines are useful and why we moved to PRNU correlation and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Clearly explain PRNU fingerprinting and why it improves accuracy. Highlight 96.97%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CNN results and explain how Grad-CAM improves trust and interpretability.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bar chart to explain improvement from baselines to PRNU correlation and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app workflow: upload → predict → log → download. Mention usability for forensic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that you handled real research challenges and implemented solid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impact, best results, and realistic improvements you would implement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6708952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C1C3A"/>
                </a:solidFill>
              </a:defRPr>
            </a:pPr>
            <a:r>
              <a:rPr dirty="0"/>
              <a:t>AI </a:t>
            </a:r>
            <a:r>
              <a:rPr dirty="0" err="1"/>
              <a:t>TraceFinder</a:t>
            </a:r>
            <a:endParaRPr dirty="0"/>
          </a:p>
          <a:p>
            <a:pPr>
              <a:defRPr sz="2200">
                <a:solidFill>
                  <a:srgbClr val="5A5A5A"/>
                </a:solidFill>
              </a:defRPr>
            </a:pPr>
            <a:r>
              <a:rPr lang="en-US" dirty="0"/>
              <a:t>                                               </a:t>
            </a:r>
            <a:r>
              <a:rPr dirty="0"/>
              <a:t>Forensic Scanner Identification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49039"/>
            <a:ext cx="1079802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rPr lang="en-US" dirty="0"/>
              <a:t>                                                                  </a:t>
            </a:r>
            <a:r>
              <a:rPr dirty="0"/>
              <a:t>Infosys Springboard Internship Project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rPr lang="en-US" dirty="0"/>
              <a:t>                                                                                                                           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232323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232323"/>
                </a:solidFill>
              </a:defRPr>
            </a:pPr>
            <a:r>
              <a:rPr lang="en-US" dirty="0"/>
              <a:t>                                                                                                                                                                  -</a:t>
            </a:r>
            <a:r>
              <a:rPr dirty="0"/>
              <a:t>Submitted by: Nageswari </a:t>
            </a:r>
            <a:r>
              <a:rPr dirty="0" err="1"/>
              <a:t>Mettukuru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7223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What this project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Detect the scanner brand/model from any scanned image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Uses scanner-specific noise fingerprints (PRNU) for identification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Supports document authenticity checks in forensic workflows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Provides a deployable Streamlit application with 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691639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7C10"/>
                </a:solidFill>
              </a:defRPr>
            </a:pPr>
            <a:r>
              <a:t>96.97%</a:t>
            </a: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t>Best Accuracy (PRNU Correlation)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2916484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8695" y="3063240"/>
            <a:ext cx="128221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7C10"/>
                </a:solidFill>
              </a:defRPr>
            </a:pPr>
            <a:r>
              <a:rPr dirty="0"/>
              <a:t>9</a:t>
            </a:r>
            <a:r>
              <a:rPr lang="en-US" dirty="0"/>
              <a:t>6</a:t>
            </a:r>
            <a:r>
              <a:rPr dirty="0"/>
              <a:t>.</a:t>
            </a:r>
            <a:r>
              <a:rPr lang="en-US" dirty="0"/>
              <a:t>40</a:t>
            </a:r>
            <a:r>
              <a:rPr dirty="0"/>
              <a:t>%</a:t>
            </a: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rPr dirty="0"/>
              <a:t>CNN </a:t>
            </a:r>
            <a:r>
              <a:rPr lang="en-US" dirty="0"/>
              <a:t>Val </a:t>
            </a:r>
            <a:r>
              <a:rPr dirty="0"/>
              <a:t>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Motivation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Scanned documents are used in banking, education, legal, and government work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Forgery and tampering are increasing with digital editing tools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Scanner devices leave unique noise patterns that act as fingerprints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Input: scanned image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Output: predicted scanner model/brand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Approach: detect PRNU/noise patterns (content-independent)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Goal: forensic-ready accuracy and explainability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Objectives &amp;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Prepare labeled multi-scanner dataset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Build preprocessing pipeline (resize, grayscale, normalize)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Compare baseline ML vs PRNU correlation vs CNN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Add explainability with Grad-CAM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Deploy as a simple web app with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Digital forensics investigations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Document authentication / auditing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Legal evidence verification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Compliance checks for approved scanning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Data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Flatfield scans: blank pages to capture scanner noise strongly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Official documents: realistic forensic documents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Wikipedia content: diverse layouts for robustness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Labeling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Folder name = scanner class label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Generated labels.csv for supervised training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Maintained consistent dataset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94760"/>
            <a:ext cx="107442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023360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Key preprocessing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10104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Resize to 512×512 and convert to grayscale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Normalize values for consistent model input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Avoid aggressive augmentation to preserve PRNU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pic>
        <p:nvPicPr>
          <p:cNvPr id="7" name="Picture 6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10332720" cy="268650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14400" y="4389120"/>
            <a:ext cx="10332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461772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Pipeline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074920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Collection → Preprocessing → PRNU/Features → Modeling (ML/CNN) → Prediction +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Milestone-1: Data Collection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Work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Collected multi-source data for multiple scanners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Removed unwanted metadata/junk files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Standardized images (512×512, grayscale, normalized)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Generated labels.csv and consistent folder structure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Saved clean dataset in Processed/ directory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Stable and reproducible dataset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Ready for feature extraction and model training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Reduced noise inconsistency across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Milestone-2: Feature Engineering &amp;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Handcrafted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Intensity stats: mean, standard deviation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FFT: frequency-domain magnitude properties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LBP: texture descriptors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Noise variance: residual noise estimate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PRNU stats: energy and variance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Baseline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Logistic Regression (~74%)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SVM (~76%)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Random Forest (~75%)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Limitation: weak capture of spatial PRNU signature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Method: PRNU Correlation (Best Result)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7223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How PRNU correlation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Extract noise residual: image − Gaussian blurred image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Crop central region to reduce boundary artifacts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Create fingerprint by averaging residuals per scanner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Predict scanner using normalized cross-correlation score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Accurate because PRNU is device-specific and stable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19456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233172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7C10"/>
                </a:solidFill>
              </a:defRPr>
            </a:pPr>
            <a:r>
              <a:t>96.97%</a:t>
            </a: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t>Best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84048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39776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07C10"/>
                </a:solidFill>
              </a:defRPr>
            </a:pPr>
            <a:r>
              <a:t>Forensic-ready</a:t>
            </a:r>
          </a:p>
          <a:p>
            <a:pPr algn="ctr">
              <a:defRPr sz="1200">
                <a:solidFill>
                  <a:srgbClr val="5A5A5A"/>
                </a:solidFill>
              </a:defRPr>
            </a:pPr>
            <a:r>
              <a:t>Key Benefit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Milestone-3: CNN Model +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CNN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Input: PRNU/noise-focused images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Architecture: Conv + BatchNorm + MaxPool + Dense + Softmax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Hyperparameters tuned for best validation performance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Used minimal augmentation to protect PRNU signature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Performance + Grad-CAM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Train: 97.28%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Validation: 96.34%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Test: 93.08%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Grad-CAM confirms model uses noise regions (not text)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Results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pic>
        <p:nvPicPr>
          <p:cNvPr id="7" name="Picture 6" descr="accuracy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937260"/>
            <a:ext cx="10241280" cy="39985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44880" y="5074920"/>
            <a:ext cx="10241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516636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5623560"/>
            <a:ext cx="96012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PRNU Correlation achieved the highest accuracy, followed by CNN with explainability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Deployment: Streamlit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72237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Upload scanned image (PNG/JPG/JPEG)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Predict scanner model/brand with confidence score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Store each prediction into predictions.csv (audit log)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Download logs for documentation and reporting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Simple UI for quick forensic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234440"/>
            <a:ext cx="32461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1463040"/>
            <a:ext cx="2606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920240"/>
            <a:ext cx="2606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Trained model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Inference pipeline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Streamlit UI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Prediction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Challenges faced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Noise patterns are very subtle and easy to destroy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Different documents add content variation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Baseline ML models underperform on spatial fingerprints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Need interpretability for forensic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Solutions 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PRNU-safe preprocessing (minimal distortions)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Central cropping to reduce boundary artifacts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PRNU correlation fingerprint matching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CNN + Grad-CAM for accuracy + transparency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C1C3A"/>
          </a:solidFill>
          <a:ln>
            <a:solidFill>
              <a:srgbClr val="0C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5A5A5A"/>
                </a:solidFill>
              </a:defRPr>
            </a:pPr>
            <a:r>
              <a:t>Infosys Springboard Internship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739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AI TraceFinder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669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Successfully identified scanner source using PRNU/noise fingerprints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PRNU correlation achieved best accuracy: 96.97%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CNN achieved strong performance with explainability support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Deployed a working Streamlit prototype with audit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48920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4"/>
                </a:solidFill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920240"/>
            <a:ext cx="42519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323"/>
                </a:solidFill>
              </a:defRPr>
            </a:pPr>
            <a:r>
              <a:t>Expand dataset with more scanner models and real documents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Improve robustness against compression/blur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Optimize inference speed for real-time bulk verification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Build a complete fingerprint library for large-scale matching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1018</Words>
  <Application>Microsoft Office PowerPoint</Application>
  <PresentationFormat>Widescreen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METTUKURU VENKATA VARSHITH REDDY</cp:lastModifiedBy>
  <cp:revision>2</cp:revision>
  <dcterms:created xsi:type="dcterms:W3CDTF">2013-01-27T09:14:16Z</dcterms:created>
  <dcterms:modified xsi:type="dcterms:W3CDTF">2026-01-22T12:20:17Z</dcterms:modified>
  <cp:category/>
</cp:coreProperties>
</file>