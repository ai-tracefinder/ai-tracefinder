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Futura Bold" charset="1" panose="020B0702020204020203"/>
      <p:regular r:id="rId20"/>
    </p:embeddedFont>
    <p:embeddedFont>
      <p:font typeface="Varela Round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21826" y="2785236"/>
            <a:ext cx="14444347" cy="329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9"/>
              </a:lnSpc>
            </a:pPr>
            <a:r>
              <a:rPr lang="en-US" b="true" sz="9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 TRACEFINDER: FORENSIC</a:t>
            </a:r>
          </a:p>
          <a:p>
            <a:pPr algn="ctr">
              <a:lnSpc>
                <a:spcPts val="8009"/>
              </a:lnSpc>
            </a:pPr>
            <a:r>
              <a:rPr lang="en-US" sz="9000" b="true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SCANNER IDENTIFICATION</a:t>
            </a:r>
          </a:p>
          <a:p>
            <a:pPr algn="ctr">
              <a:lnSpc>
                <a:spcPts val="800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646158" y="6584199"/>
            <a:ext cx="6995684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Presented by Jeya Mithra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82329" y="1415162"/>
            <a:ext cx="10569637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17948" y="3100705"/>
            <a:ext cx="13052105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Digital documents are widely used in legal, academic, and corporate systems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Forged or manipulated scanned documents are difficult to trace to their source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Every scanner introduces unique invisible artifacts such as noise, texture, and optical distortions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These scanner-specific patterns cannot be detected by human observation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There is a need for an automated system to identify the source scanner of a document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82329" y="1415162"/>
            <a:ext cx="10569637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9394" y="3554215"/>
            <a:ext cx="13052105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 aim of this project is to identify the source scanner device used to scan a document or image by analyzing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 unique patterns or artifacts left behind during the scanning process. Each scanner (brand/model) introduces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specific noise, texture, or compression traces that can be learned by a machine learning model. This project is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important in forensic investigations, copyright authentication, and document verification tasks.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06684" y="1852855"/>
            <a:ext cx="11874631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DATASET DESCRIPTION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06684" y="3238818"/>
            <a:ext cx="12603956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Scanner-branded image dataset collected from online public sources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Scanner models included: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Canon120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EpsonV39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EpsonV550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HP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n-scanned images collected manually from multiple online sources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Dataset organized in a class-wise folder structure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58803" y="1576873"/>
            <a:ext cx="10141858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DATASET STATISTICS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0840" y="3554215"/>
            <a:ext cx="10603706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Scanner brands: 4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DPI levels: 150 &amp; 300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Images per DPI folder: 100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Images per scanner class: 200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Total scanner images: 800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NonScanned images: several hundreds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Total dataset size: ~1000+ images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Approximately balanced dataset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58803" y="1576873"/>
            <a:ext cx="10141858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20840" y="3554215"/>
            <a:ext cx="10603706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 scanned images (TIFF, PNG, JPG, JPEG)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ecode TIFF using tifffile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ert multi-channel images to grayscale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 pixel values to 8-bit format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Center square crop to remove borders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Resize to 512 × 512 using area interpolation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Enhance l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ocal contrast using CLAHE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Reduce noise using Gaussian Blur (3×3)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Save 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optimized images for model training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53626" y="1576873"/>
            <a:ext cx="11180749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3716" y="3327460"/>
            <a:ext cx="12029634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Extracted texture features using GL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CM (cont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rast, homogeneity, energy, correlation, dissimilarity)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Computed features across multiple distances and angles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Encod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ed local noise patterns using Local Binary Pattern (LBP)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Generated normalized LBP histograms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Calculated statisti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cal moments (mean, std, skewness, kurtosis)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Combined all features into a singl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 fea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ture vector for ML models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53626" y="1576873"/>
            <a:ext cx="11180749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BASELINE MODELLING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3716" y="3327460"/>
            <a:ext cx="12029634" cy="615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Loaded handcrafted feature da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aset from image_features.csv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Split data into 80% training and 20% testing with class stratification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Standar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diz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ed features using StandardScaler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rained Polynomial Kernel SVM for mu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lti-class classifi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Tuned hyperparameters using GridSearchCV (5-fold CV)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Evaluated model using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acc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uracy, classification report, and confusion matrix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9394" y="1210027"/>
            <a:ext cx="11180749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CNN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4739" y="2938462"/>
            <a:ext cx="11418522" cy="60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Used MobileNetV2 with pre-trained ImageNet weigh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Input image size: 224 × 224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plied data augmentation: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Horizontal flip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Rotation (±10°)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Brightness &amp; contrast jitter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Replaced final classifier layer to ma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tch scanner classes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Loss fun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ction: CrossEntropyLoss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Optimizer: Adam (LR = 0.0003)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Bes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 model saved based on validation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acc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uracy.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19079" y="3243491"/>
            <a:ext cx="8681088" cy="6382682"/>
          </a:xfrm>
          <a:custGeom>
            <a:avLst/>
            <a:gdLst/>
            <a:ahLst/>
            <a:cxnLst/>
            <a:rect r="r" b="b" t="t" l="l"/>
            <a:pathLst>
              <a:path h="6382682" w="8681088">
                <a:moveTo>
                  <a:pt x="0" y="0"/>
                </a:moveTo>
                <a:lnTo>
                  <a:pt x="8681088" y="0"/>
                </a:lnTo>
                <a:lnTo>
                  <a:pt x="8681088" y="6382683"/>
                </a:lnTo>
                <a:lnTo>
                  <a:pt x="0" y="6382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73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17513" y="1419925"/>
            <a:ext cx="12993714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TRAINING &amp;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9994" y="2572231"/>
            <a:ext cx="8234006" cy="728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Dataset split into 80% training and 20% validation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Trained for 15 epochs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Batch size: 32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Optimizer: Adam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Loss function: CrossEntropyLoss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Best model saved using validation accuracy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Performance measured using: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Training accuracy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Validation accuracy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Loss curves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39763" y="1680694"/>
            <a:ext cx="14338160" cy="114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0"/>
              </a:lnSpc>
            </a:pPr>
            <a:r>
              <a:rPr lang="en-US" b="true" sz="8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WEB 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99582" y="3300413"/>
            <a:ext cx="11418522" cy="60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Implemented a web-based scanner verification system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Frontend developed using Streamlit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Backend powered by trained MobileNetV2 CNN model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Accepts sc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anned image uploads from users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Performs real-time predicti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on and confiden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ce estimation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Gen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erates Gr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ad-CAM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visual explanations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Displays results in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an interactive interface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Logs all predictions for analysis and auditing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3812" y="2087979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2022" y="3958119"/>
            <a:ext cx="12603956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Developed an AI-based system to identify scanner source from images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Implemented MobileNetV2 with Grad-CAM for explainable predictions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Achieved 95.6% classification accuracy on validation data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CNN significantly outperformed baseline approaches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Web application enables real-time scanner verification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System demonstrates practical forensic and authentication value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3812" y="2087979"/>
            <a:ext cx="8960375" cy="120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b="true" sz="8462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2022" y="3958119"/>
            <a:ext cx="12603956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Increase dataset size with more scanner brands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Include higher and varied DPI scan levels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Extend system to camera and mobile image sources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</a:t>
            </a: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pply transformer-based vision models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Deploy as a cloud-based forensic verification service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7384" y="3607558"/>
            <a:ext cx="11633233" cy="318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DAG_PSMPKzs</dc:identifier>
  <dcterms:modified xsi:type="dcterms:W3CDTF">2011-08-01T06:04:30Z</dcterms:modified>
  <cp:revision>1</cp:revision>
  <dc:title>JEYAMITHRA-AI TRACEFINDER</dc:title>
</cp:coreProperties>
</file>