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dal" charset="1" panose="02000503000000020004"/>
      <p:regular r:id="rId21"/>
    </p:embeddedFont>
    <p:embeddedFont>
      <p:font typeface="Alice" charset="1" panose="00000500000000000000"/>
      <p:regular r:id="rId22"/>
    </p:embeddedFont>
    <p:embeddedFont>
      <p:font typeface="Glacial Indifference Bold Italics" charset="1" panose="00000800000000000000"/>
      <p:regular r:id="rId23"/>
    </p:embeddedFont>
    <p:embeddedFont>
      <p:font typeface="Canva Sans Bold" charset="1" panose="020B0803030501040103"/>
      <p:regular r:id="rId24"/>
    </p:embeddedFont>
    <p:embeddedFont>
      <p:font typeface="Glacial Indifference" charset="1" panose="00000000000000000000"/>
      <p:regular r:id="rId25"/>
    </p:embeddedFont>
    <p:embeddedFont>
      <p:font typeface="Glacial Indifference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5.svg" Type="http://schemas.openxmlformats.org/officeDocument/2006/relationships/image"/><Relationship Id="rId8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01429" y="-63503"/>
            <a:ext cx="4936722" cy="1155697"/>
          </a:xfrm>
          <a:custGeom>
            <a:avLst/>
            <a:gdLst/>
            <a:ahLst/>
            <a:cxnLst/>
            <a:rect r="r" b="b" t="t" l="l"/>
            <a:pathLst>
              <a:path h="1155697" w="4936722">
                <a:moveTo>
                  <a:pt x="0" y="0"/>
                </a:moveTo>
                <a:lnTo>
                  <a:pt x="4936722" y="0"/>
                </a:lnTo>
                <a:lnTo>
                  <a:pt x="4936722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" y="8067913"/>
            <a:ext cx="7442197" cy="2050285"/>
          </a:xfrm>
          <a:custGeom>
            <a:avLst/>
            <a:gdLst/>
            <a:ahLst/>
            <a:cxnLst/>
            <a:rect r="r" b="b" t="t" l="l"/>
            <a:pathLst>
              <a:path h="2050285" w="7442197">
                <a:moveTo>
                  <a:pt x="0" y="0"/>
                </a:moveTo>
                <a:lnTo>
                  <a:pt x="7442197" y="0"/>
                </a:lnTo>
                <a:lnTo>
                  <a:pt x="7442197" y="2050285"/>
                </a:lnTo>
                <a:lnTo>
                  <a:pt x="0" y="205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10020" y="-63503"/>
            <a:ext cx="4936722" cy="1155697"/>
          </a:xfrm>
          <a:custGeom>
            <a:avLst/>
            <a:gdLst/>
            <a:ahLst/>
            <a:cxnLst/>
            <a:rect r="r" b="b" t="t" l="l"/>
            <a:pathLst>
              <a:path h="1155697" w="4936722">
                <a:moveTo>
                  <a:pt x="0" y="0"/>
                </a:moveTo>
                <a:lnTo>
                  <a:pt x="4936722" y="0"/>
                </a:lnTo>
                <a:lnTo>
                  <a:pt x="4936722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18611" y="-63503"/>
            <a:ext cx="4936722" cy="1155697"/>
          </a:xfrm>
          <a:custGeom>
            <a:avLst/>
            <a:gdLst/>
            <a:ahLst/>
            <a:cxnLst/>
            <a:rect r="r" b="b" t="t" l="l"/>
            <a:pathLst>
              <a:path h="1155697" w="4936722">
                <a:moveTo>
                  <a:pt x="0" y="0"/>
                </a:moveTo>
                <a:lnTo>
                  <a:pt x="4936722" y="0"/>
                </a:lnTo>
                <a:lnTo>
                  <a:pt x="4936722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96414" y="5701808"/>
            <a:ext cx="5058137" cy="4651734"/>
            <a:chOff x="0" y="0"/>
            <a:chExt cx="5058131" cy="46517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4928103" cy="4521714"/>
            </a:xfrm>
            <a:custGeom>
              <a:avLst/>
              <a:gdLst/>
              <a:ahLst/>
              <a:cxnLst/>
              <a:rect r="r" b="b" t="t" l="l"/>
              <a:pathLst>
                <a:path h="4521714" w="4928103">
                  <a:moveTo>
                    <a:pt x="4076695" y="0"/>
                  </a:moveTo>
                  <a:cubicBezTo>
                    <a:pt x="4010020" y="0"/>
                    <a:pt x="3943346" y="1651"/>
                    <a:pt x="3876671" y="4953"/>
                  </a:cubicBezTo>
                  <a:cubicBezTo>
                    <a:pt x="3809996" y="8255"/>
                    <a:pt x="3743575" y="13081"/>
                    <a:pt x="3677154" y="19685"/>
                  </a:cubicBezTo>
                  <a:cubicBezTo>
                    <a:pt x="3610733" y="26289"/>
                    <a:pt x="3544566" y="34290"/>
                    <a:pt x="3478526" y="44069"/>
                  </a:cubicBezTo>
                  <a:cubicBezTo>
                    <a:pt x="3412486" y="53848"/>
                    <a:pt x="3346827" y="65278"/>
                    <a:pt x="3281422" y="78232"/>
                  </a:cubicBezTo>
                  <a:cubicBezTo>
                    <a:pt x="3216017" y="91186"/>
                    <a:pt x="3150867" y="105918"/>
                    <a:pt x="3086097" y="122174"/>
                  </a:cubicBezTo>
                  <a:cubicBezTo>
                    <a:pt x="3021326" y="138430"/>
                    <a:pt x="2957065" y="156210"/>
                    <a:pt x="2893311" y="175514"/>
                  </a:cubicBezTo>
                  <a:cubicBezTo>
                    <a:pt x="2829557" y="194818"/>
                    <a:pt x="2766184" y="215773"/>
                    <a:pt x="2703319" y="238252"/>
                  </a:cubicBezTo>
                  <a:cubicBezTo>
                    <a:pt x="2640454" y="260731"/>
                    <a:pt x="2578224" y="284734"/>
                    <a:pt x="2516629" y="310261"/>
                  </a:cubicBezTo>
                  <a:cubicBezTo>
                    <a:pt x="2455034" y="335788"/>
                    <a:pt x="2394074" y="362840"/>
                    <a:pt x="2333749" y="391288"/>
                  </a:cubicBezTo>
                  <a:cubicBezTo>
                    <a:pt x="2273424" y="419736"/>
                    <a:pt x="2213862" y="449835"/>
                    <a:pt x="2155061" y="481204"/>
                  </a:cubicBezTo>
                  <a:cubicBezTo>
                    <a:pt x="2096260" y="512573"/>
                    <a:pt x="2038221" y="545593"/>
                    <a:pt x="1980944" y="579883"/>
                  </a:cubicBezTo>
                  <a:cubicBezTo>
                    <a:pt x="1923667" y="614173"/>
                    <a:pt x="1867406" y="649860"/>
                    <a:pt x="1811907" y="686944"/>
                  </a:cubicBezTo>
                  <a:cubicBezTo>
                    <a:pt x="1756408" y="724028"/>
                    <a:pt x="1701925" y="762382"/>
                    <a:pt x="1648331" y="802133"/>
                  </a:cubicBezTo>
                  <a:cubicBezTo>
                    <a:pt x="1594737" y="841884"/>
                    <a:pt x="1542159" y="882905"/>
                    <a:pt x="1490597" y="925196"/>
                  </a:cubicBezTo>
                  <a:cubicBezTo>
                    <a:pt x="1439035" y="967487"/>
                    <a:pt x="1388489" y="1011048"/>
                    <a:pt x="1339086" y="1055879"/>
                  </a:cubicBezTo>
                  <a:cubicBezTo>
                    <a:pt x="1289684" y="1100710"/>
                    <a:pt x="1241297" y="1146684"/>
                    <a:pt x="1194180" y="1193802"/>
                  </a:cubicBezTo>
                  <a:cubicBezTo>
                    <a:pt x="1147063" y="1240919"/>
                    <a:pt x="1100962" y="1289306"/>
                    <a:pt x="1056258" y="1338709"/>
                  </a:cubicBezTo>
                  <a:cubicBezTo>
                    <a:pt x="1011554" y="1388112"/>
                    <a:pt x="967866" y="1438658"/>
                    <a:pt x="925575" y="1490220"/>
                  </a:cubicBezTo>
                  <a:cubicBezTo>
                    <a:pt x="883284" y="1541782"/>
                    <a:pt x="842263" y="1594360"/>
                    <a:pt x="802512" y="1647954"/>
                  </a:cubicBezTo>
                  <a:cubicBezTo>
                    <a:pt x="762761" y="1701548"/>
                    <a:pt x="724407" y="1756031"/>
                    <a:pt x="687323" y="1811530"/>
                  </a:cubicBezTo>
                  <a:cubicBezTo>
                    <a:pt x="650239" y="1867029"/>
                    <a:pt x="614552" y="1923417"/>
                    <a:pt x="580262" y="1980567"/>
                  </a:cubicBezTo>
                  <a:cubicBezTo>
                    <a:pt x="545972" y="2037717"/>
                    <a:pt x="513079" y="2095884"/>
                    <a:pt x="481583" y="2154685"/>
                  </a:cubicBezTo>
                  <a:cubicBezTo>
                    <a:pt x="450087" y="2213486"/>
                    <a:pt x="420115" y="2273049"/>
                    <a:pt x="391668" y="2333374"/>
                  </a:cubicBezTo>
                  <a:cubicBezTo>
                    <a:pt x="363220" y="2393699"/>
                    <a:pt x="336169" y="2454659"/>
                    <a:pt x="310642" y="2516254"/>
                  </a:cubicBezTo>
                  <a:cubicBezTo>
                    <a:pt x="285115" y="2577849"/>
                    <a:pt x="261112" y="2640079"/>
                    <a:pt x="238633" y="2702945"/>
                  </a:cubicBezTo>
                  <a:cubicBezTo>
                    <a:pt x="216154" y="2765809"/>
                    <a:pt x="195199" y="2829055"/>
                    <a:pt x="175895" y="2892937"/>
                  </a:cubicBezTo>
                  <a:cubicBezTo>
                    <a:pt x="156591" y="2956818"/>
                    <a:pt x="138684" y="3021080"/>
                    <a:pt x="122555" y="3085723"/>
                  </a:cubicBezTo>
                  <a:cubicBezTo>
                    <a:pt x="106426" y="3150366"/>
                    <a:pt x="91694" y="3215517"/>
                    <a:pt x="78740" y="3280922"/>
                  </a:cubicBezTo>
                  <a:cubicBezTo>
                    <a:pt x="65786" y="3346327"/>
                    <a:pt x="53975" y="3412494"/>
                    <a:pt x="44069" y="3478534"/>
                  </a:cubicBezTo>
                  <a:cubicBezTo>
                    <a:pt x="34163" y="3544574"/>
                    <a:pt x="26162" y="3610742"/>
                    <a:pt x="19558" y="3677163"/>
                  </a:cubicBezTo>
                  <a:cubicBezTo>
                    <a:pt x="12954" y="3743584"/>
                    <a:pt x="8128" y="3810132"/>
                    <a:pt x="4826" y="3876680"/>
                  </a:cubicBezTo>
                  <a:cubicBezTo>
                    <a:pt x="1524" y="3943228"/>
                    <a:pt x="0" y="4010030"/>
                    <a:pt x="0" y="4076705"/>
                  </a:cubicBezTo>
                  <a:cubicBezTo>
                    <a:pt x="0" y="4143380"/>
                    <a:pt x="1651" y="4210055"/>
                    <a:pt x="4953" y="4276730"/>
                  </a:cubicBezTo>
                  <a:cubicBezTo>
                    <a:pt x="8255" y="4343405"/>
                    <a:pt x="13081" y="4409827"/>
                    <a:pt x="19685" y="4476247"/>
                  </a:cubicBezTo>
                  <a:cubicBezTo>
                    <a:pt x="21209" y="4491360"/>
                    <a:pt x="22733" y="4506474"/>
                    <a:pt x="24384" y="4521714"/>
                  </a:cubicBezTo>
                  <a:lnTo>
                    <a:pt x="4928103" y="4521714"/>
                  </a:lnTo>
                  <a:lnTo>
                    <a:pt x="4928103" y="89916"/>
                  </a:lnTo>
                  <a:cubicBezTo>
                    <a:pt x="4909434" y="85979"/>
                    <a:pt x="4890765" y="82042"/>
                    <a:pt x="4872096" y="78359"/>
                  </a:cubicBezTo>
                  <a:cubicBezTo>
                    <a:pt x="4806691" y="65405"/>
                    <a:pt x="4740905" y="53975"/>
                    <a:pt x="4674992" y="44196"/>
                  </a:cubicBezTo>
                  <a:cubicBezTo>
                    <a:pt x="4609079" y="34417"/>
                    <a:pt x="4542785" y="26289"/>
                    <a:pt x="4476364" y="19685"/>
                  </a:cubicBezTo>
                  <a:cubicBezTo>
                    <a:pt x="4409943" y="13081"/>
                    <a:pt x="4343395" y="8255"/>
                    <a:pt x="4276847" y="4953"/>
                  </a:cubicBezTo>
                  <a:cubicBezTo>
                    <a:pt x="4210300" y="1651"/>
                    <a:pt x="4143370" y="0"/>
                    <a:pt x="4076695" y="0"/>
                  </a:cubicBezTo>
                  <a:close/>
                </a:path>
              </a:pathLst>
            </a:custGeom>
            <a:solidFill>
              <a:srgbClr val="F6F3E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84679" y="719329"/>
              <a:ext cx="3606923" cy="3865885"/>
            </a:xfrm>
            <a:custGeom>
              <a:avLst/>
              <a:gdLst/>
              <a:ahLst/>
              <a:cxnLst/>
              <a:rect r="r" b="b" t="t" l="l"/>
              <a:pathLst>
                <a:path h="3865885" w="3606923">
                  <a:moveTo>
                    <a:pt x="3606924" y="0"/>
                  </a:moveTo>
                  <a:cubicBezTo>
                    <a:pt x="1697607" y="344805"/>
                    <a:pt x="214376" y="1914273"/>
                    <a:pt x="0" y="3865885"/>
                  </a:cubicBezTo>
                  <a:lnTo>
                    <a:pt x="2043428" y="3865885"/>
                  </a:lnTo>
                  <a:cubicBezTo>
                    <a:pt x="2215259" y="3033526"/>
                    <a:pt x="2817238" y="2358393"/>
                    <a:pt x="3606797" y="2083184"/>
                  </a:cubicBezTo>
                  <a:lnTo>
                    <a:pt x="3606797" y="0"/>
                  </a:ln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928103" cy="4521714"/>
            </a:xfrm>
            <a:custGeom>
              <a:avLst/>
              <a:gdLst/>
              <a:ahLst/>
              <a:cxnLst/>
              <a:rect r="r" b="b" t="t" l="l"/>
              <a:pathLst>
                <a:path h="4521714" w="4928103">
                  <a:moveTo>
                    <a:pt x="0" y="0"/>
                  </a:moveTo>
                  <a:lnTo>
                    <a:pt x="0" y="4521714"/>
                  </a:lnTo>
                  <a:lnTo>
                    <a:pt x="4928103" y="4521714"/>
                  </a:lnTo>
                  <a:lnTo>
                    <a:pt x="492810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57883" y="648590"/>
              <a:ext cx="3633720" cy="3936624"/>
            </a:xfrm>
            <a:custGeom>
              <a:avLst/>
              <a:gdLst/>
              <a:ahLst/>
              <a:cxnLst/>
              <a:rect r="r" b="b" t="t" l="l"/>
              <a:pathLst>
                <a:path h="3936624" w="3633720">
                  <a:moveTo>
                    <a:pt x="0" y="0"/>
                  </a:moveTo>
                  <a:lnTo>
                    <a:pt x="0" y="3936624"/>
                  </a:lnTo>
                  <a:lnTo>
                    <a:pt x="3633720" y="3936624"/>
                  </a:lnTo>
                  <a:lnTo>
                    <a:pt x="36337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478529" y="2111487"/>
            <a:ext cx="13346954" cy="34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7"/>
              </a:lnSpc>
            </a:pPr>
            <a:r>
              <a:rPr lang="en-US" sz="6755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TRACEFINDER – FORENSIC SCANNER</a:t>
            </a:r>
          </a:p>
          <a:p>
            <a:pPr algn="ctr">
              <a:lnSpc>
                <a:spcPts val="6687"/>
              </a:lnSpc>
            </a:pPr>
            <a:r>
              <a:rPr lang="en-US" sz="6755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 IDENTIFICATION SYSTEM</a:t>
            </a:r>
          </a:p>
          <a:p>
            <a:pPr algn="ctr">
              <a:lnSpc>
                <a:spcPts val="668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607337" y="3392119"/>
            <a:ext cx="83087" cy="79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0"/>
              </a:lnSpc>
            </a:pPr>
            <a:r>
              <a:rPr lang="en-US" sz="2876">
                <a:solidFill>
                  <a:srgbClr val="343434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66759" y="5730383"/>
            <a:ext cx="7282148" cy="53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3"/>
              </a:lnSpc>
            </a:pPr>
            <a:r>
              <a:rPr lang="en-US" sz="3729">
                <a:solidFill>
                  <a:srgbClr val="343434"/>
                </a:solidFill>
                <a:latin typeface="Alice"/>
                <a:ea typeface="Alice"/>
                <a:cs typeface="Alice"/>
                <a:sym typeface="Alice"/>
              </a:rPr>
              <a:t>PRESENTED BY : JISHNU A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4944" y="-278359"/>
            <a:ext cx="5820556" cy="3107284"/>
            <a:chOff x="0" y="0"/>
            <a:chExt cx="5820562" cy="3107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50045"/>
              <a:ext cx="3784856" cy="3007962"/>
            </a:xfrm>
            <a:custGeom>
              <a:avLst/>
              <a:gdLst/>
              <a:ahLst/>
              <a:cxnLst/>
              <a:rect r="r" b="b" t="t" l="l"/>
              <a:pathLst>
                <a:path h="3007962" w="3784856">
                  <a:moveTo>
                    <a:pt x="0" y="96"/>
                  </a:moveTo>
                  <a:lnTo>
                    <a:pt x="0" y="2858496"/>
                  </a:lnTo>
                  <a:cubicBezTo>
                    <a:pt x="32639" y="2868352"/>
                    <a:pt x="65532" y="2877826"/>
                    <a:pt x="98679" y="2886725"/>
                  </a:cubicBezTo>
                  <a:cubicBezTo>
                    <a:pt x="141224" y="2898207"/>
                    <a:pt x="184023" y="2908829"/>
                    <a:pt x="227203" y="2918684"/>
                  </a:cubicBezTo>
                  <a:cubicBezTo>
                    <a:pt x="270383" y="2928540"/>
                    <a:pt x="313817" y="2937631"/>
                    <a:pt x="357632" y="2945860"/>
                  </a:cubicBezTo>
                  <a:cubicBezTo>
                    <a:pt x="401447" y="2954089"/>
                    <a:pt x="445389" y="2961553"/>
                    <a:pt x="489712" y="2968155"/>
                  </a:cubicBezTo>
                  <a:cubicBezTo>
                    <a:pt x="534035" y="2974758"/>
                    <a:pt x="578485" y="2980595"/>
                    <a:pt x="623062" y="2985570"/>
                  </a:cubicBezTo>
                  <a:cubicBezTo>
                    <a:pt x="667639" y="2990546"/>
                    <a:pt x="712470" y="2994757"/>
                    <a:pt x="757428" y="2998010"/>
                  </a:cubicBezTo>
                  <a:cubicBezTo>
                    <a:pt x="802387" y="3001264"/>
                    <a:pt x="847345" y="3003847"/>
                    <a:pt x="892430" y="3005474"/>
                  </a:cubicBezTo>
                  <a:cubicBezTo>
                    <a:pt x="937515" y="3007100"/>
                    <a:pt x="982600" y="3007962"/>
                    <a:pt x="1027685" y="3007962"/>
                  </a:cubicBezTo>
                  <a:cubicBezTo>
                    <a:pt x="1072770" y="3007962"/>
                    <a:pt x="1117855" y="3007100"/>
                    <a:pt x="1162940" y="3005474"/>
                  </a:cubicBezTo>
                  <a:cubicBezTo>
                    <a:pt x="1208025" y="3003847"/>
                    <a:pt x="1252983" y="3001264"/>
                    <a:pt x="1297941" y="2998010"/>
                  </a:cubicBezTo>
                  <a:cubicBezTo>
                    <a:pt x="1342899" y="2994757"/>
                    <a:pt x="1387603" y="2990546"/>
                    <a:pt x="1432307" y="2985570"/>
                  </a:cubicBezTo>
                  <a:cubicBezTo>
                    <a:pt x="1477011" y="2980595"/>
                    <a:pt x="1521334" y="2974758"/>
                    <a:pt x="1565657" y="2968155"/>
                  </a:cubicBezTo>
                  <a:cubicBezTo>
                    <a:pt x="1609980" y="2961553"/>
                    <a:pt x="1653922" y="2954089"/>
                    <a:pt x="1697737" y="2945860"/>
                  </a:cubicBezTo>
                  <a:cubicBezTo>
                    <a:pt x="1741552" y="2937631"/>
                    <a:pt x="1784986" y="2928540"/>
                    <a:pt x="1828166" y="2918684"/>
                  </a:cubicBezTo>
                  <a:cubicBezTo>
                    <a:pt x="1871346" y="2908829"/>
                    <a:pt x="1914145" y="2898112"/>
                    <a:pt x="1956690" y="2886725"/>
                  </a:cubicBezTo>
                  <a:cubicBezTo>
                    <a:pt x="1999235" y="2875338"/>
                    <a:pt x="2041272" y="2862994"/>
                    <a:pt x="2082928" y="2849980"/>
                  </a:cubicBezTo>
                  <a:cubicBezTo>
                    <a:pt x="2124584" y="2836967"/>
                    <a:pt x="2165859" y="2823188"/>
                    <a:pt x="2206626" y="2808643"/>
                  </a:cubicBezTo>
                  <a:cubicBezTo>
                    <a:pt x="2247393" y="2794098"/>
                    <a:pt x="2287780" y="2778788"/>
                    <a:pt x="2327530" y="2762808"/>
                  </a:cubicBezTo>
                  <a:cubicBezTo>
                    <a:pt x="2367282" y="2746828"/>
                    <a:pt x="2406524" y="2729987"/>
                    <a:pt x="2445260" y="2712572"/>
                  </a:cubicBezTo>
                  <a:cubicBezTo>
                    <a:pt x="2483995" y="2695156"/>
                    <a:pt x="2522095" y="2676880"/>
                    <a:pt x="2559560" y="2658029"/>
                  </a:cubicBezTo>
                  <a:cubicBezTo>
                    <a:pt x="2597025" y="2639179"/>
                    <a:pt x="2633982" y="2619563"/>
                    <a:pt x="2670177" y="2599277"/>
                  </a:cubicBezTo>
                  <a:cubicBezTo>
                    <a:pt x="2706372" y="2578991"/>
                    <a:pt x="2741932" y="2558131"/>
                    <a:pt x="2776857" y="2536505"/>
                  </a:cubicBezTo>
                  <a:cubicBezTo>
                    <a:pt x="2811782" y="2514880"/>
                    <a:pt x="2845945" y="2492776"/>
                    <a:pt x="2879346" y="2469906"/>
                  </a:cubicBezTo>
                  <a:cubicBezTo>
                    <a:pt x="2912747" y="2447037"/>
                    <a:pt x="2945513" y="2423593"/>
                    <a:pt x="2977390" y="2399575"/>
                  </a:cubicBezTo>
                  <a:cubicBezTo>
                    <a:pt x="3009267" y="2375558"/>
                    <a:pt x="3040382" y="2350870"/>
                    <a:pt x="3070735" y="2325704"/>
                  </a:cubicBezTo>
                  <a:cubicBezTo>
                    <a:pt x="3101088" y="2300538"/>
                    <a:pt x="3130552" y="2274798"/>
                    <a:pt x="3159127" y="2248483"/>
                  </a:cubicBezTo>
                  <a:cubicBezTo>
                    <a:pt x="3187702" y="2222169"/>
                    <a:pt x="3215515" y="2195376"/>
                    <a:pt x="3242439" y="2168105"/>
                  </a:cubicBezTo>
                  <a:cubicBezTo>
                    <a:pt x="3269363" y="2140834"/>
                    <a:pt x="3295271" y="2112989"/>
                    <a:pt x="3320417" y="2084761"/>
                  </a:cubicBezTo>
                  <a:cubicBezTo>
                    <a:pt x="3345563" y="2056533"/>
                    <a:pt x="3369566" y="2027731"/>
                    <a:pt x="3392807" y="1998641"/>
                  </a:cubicBezTo>
                  <a:cubicBezTo>
                    <a:pt x="3416048" y="1969552"/>
                    <a:pt x="3438273" y="1939889"/>
                    <a:pt x="3459482" y="1909938"/>
                  </a:cubicBezTo>
                  <a:cubicBezTo>
                    <a:pt x="3480691" y="1879988"/>
                    <a:pt x="3501011" y="1849559"/>
                    <a:pt x="3520315" y="1818843"/>
                  </a:cubicBezTo>
                  <a:cubicBezTo>
                    <a:pt x="3539619" y="1788127"/>
                    <a:pt x="3557907" y="1757028"/>
                    <a:pt x="3575179" y="1725643"/>
                  </a:cubicBezTo>
                  <a:cubicBezTo>
                    <a:pt x="3592451" y="1694257"/>
                    <a:pt x="3608707" y="1662488"/>
                    <a:pt x="3623947" y="1630529"/>
                  </a:cubicBezTo>
                  <a:cubicBezTo>
                    <a:pt x="3639187" y="1598569"/>
                    <a:pt x="3653284" y="1566226"/>
                    <a:pt x="3666365" y="1533692"/>
                  </a:cubicBezTo>
                  <a:cubicBezTo>
                    <a:pt x="3679446" y="1501158"/>
                    <a:pt x="3691511" y="1468433"/>
                    <a:pt x="3702433" y="1435420"/>
                  </a:cubicBezTo>
                  <a:cubicBezTo>
                    <a:pt x="3713355" y="1402408"/>
                    <a:pt x="3723261" y="1369299"/>
                    <a:pt x="3732024" y="1335904"/>
                  </a:cubicBezTo>
                  <a:cubicBezTo>
                    <a:pt x="3740787" y="1302509"/>
                    <a:pt x="3748534" y="1269018"/>
                    <a:pt x="3755138" y="1235432"/>
                  </a:cubicBezTo>
                  <a:cubicBezTo>
                    <a:pt x="3761742" y="1201845"/>
                    <a:pt x="3767330" y="1168067"/>
                    <a:pt x="3771648" y="1134193"/>
                  </a:cubicBezTo>
                  <a:cubicBezTo>
                    <a:pt x="3775966" y="1100320"/>
                    <a:pt x="3779395" y="1066446"/>
                    <a:pt x="3781554" y="1032477"/>
                  </a:cubicBezTo>
                  <a:cubicBezTo>
                    <a:pt x="3783713" y="998699"/>
                    <a:pt x="3784856" y="964921"/>
                    <a:pt x="3784856" y="931143"/>
                  </a:cubicBezTo>
                  <a:lnTo>
                    <a:pt x="3784856" y="929899"/>
                  </a:lnTo>
                  <a:cubicBezTo>
                    <a:pt x="3784856" y="896121"/>
                    <a:pt x="3783713" y="862343"/>
                    <a:pt x="3781554" y="828565"/>
                  </a:cubicBezTo>
                  <a:cubicBezTo>
                    <a:pt x="3779395" y="794595"/>
                    <a:pt x="3775966" y="760722"/>
                    <a:pt x="3771648" y="726848"/>
                  </a:cubicBezTo>
                  <a:cubicBezTo>
                    <a:pt x="3767330" y="692975"/>
                    <a:pt x="3761742" y="659292"/>
                    <a:pt x="3755138" y="625610"/>
                  </a:cubicBezTo>
                  <a:cubicBezTo>
                    <a:pt x="3748534" y="591928"/>
                    <a:pt x="3740787" y="558437"/>
                    <a:pt x="3732024" y="525137"/>
                  </a:cubicBezTo>
                  <a:cubicBezTo>
                    <a:pt x="3723261" y="491838"/>
                    <a:pt x="3713355" y="458634"/>
                    <a:pt x="3702433" y="425621"/>
                  </a:cubicBezTo>
                  <a:cubicBezTo>
                    <a:pt x="3691511" y="392609"/>
                    <a:pt x="3679446" y="359884"/>
                    <a:pt x="3666365" y="327350"/>
                  </a:cubicBezTo>
                  <a:cubicBezTo>
                    <a:pt x="3653284" y="294816"/>
                    <a:pt x="3639060" y="262569"/>
                    <a:pt x="3623947" y="230513"/>
                  </a:cubicBezTo>
                  <a:cubicBezTo>
                    <a:pt x="3608834" y="198457"/>
                    <a:pt x="3592451" y="166785"/>
                    <a:pt x="3575179" y="135399"/>
                  </a:cubicBezTo>
                  <a:cubicBezTo>
                    <a:pt x="3557907" y="104013"/>
                    <a:pt x="3539619" y="72914"/>
                    <a:pt x="3520315" y="42198"/>
                  </a:cubicBezTo>
                  <a:cubicBezTo>
                    <a:pt x="3511425" y="28037"/>
                    <a:pt x="3502408" y="13970"/>
                    <a:pt x="3493137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48" y="50141"/>
              <a:ext cx="3550033" cy="2323982"/>
            </a:xfrm>
            <a:custGeom>
              <a:avLst/>
              <a:gdLst/>
              <a:ahLst/>
              <a:cxnLst/>
              <a:rect r="r" b="b" t="t" l="l"/>
              <a:pathLst>
                <a:path h="2323982" w="3550033">
                  <a:moveTo>
                    <a:pt x="0" y="0"/>
                  </a:moveTo>
                  <a:lnTo>
                    <a:pt x="0" y="1838650"/>
                  </a:lnTo>
                  <a:cubicBezTo>
                    <a:pt x="374777" y="2137485"/>
                    <a:pt x="905638" y="2323981"/>
                    <a:pt x="1494410" y="2323981"/>
                  </a:cubicBezTo>
                  <a:cubicBezTo>
                    <a:pt x="2629791" y="2323981"/>
                    <a:pt x="3550033" y="1630528"/>
                    <a:pt x="3550033" y="775171"/>
                  </a:cubicBezTo>
                  <a:cubicBezTo>
                    <a:pt x="3550033" y="492794"/>
                    <a:pt x="3449703" y="228025"/>
                    <a:pt x="3274443" y="0"/>
                  </a:cubicBez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42087" y="81335"/>
              <a:ext cx="4934207" cy="1859894"/>
            </a:xfrm>
            <a:custGeom>
              <a:avLst/>
              <a:gdLst/>
              <a:ahLst/>
              <a:cxnLst/>
              <a:rect r="r" b="b" t="t" l="l"/>
              <a:pathLst>
                <a:path h="1859894" w="4934207">
                  <a:moveTo>
                    <a:pt x="1861948" y="0"/>
                  </a:moveTo>
                  <a:cubicBezTo>
                    <a:pt x="1861948" y="201041"/>
                    <a:pt x="2078991" y="364668"/>
                    <a:pt x="2345945" y="364668"/>
                  </a:cubicBezTo>
                  <a:cubicBezTo>
                    <a:pt x="2612899" y="364668"/>
                    <a:pt x="2829942" y="201041"/>
                    <a:pt x="2829942" y="0"/>
                  </a:cubicBezTo>
                  <a:lnTo>
                    <a:pt x="2707388" y="0"/>
                  </a:lnTo>
                  <a:cubicBezTo>
                    <a:pt x="2707388" y="150135"/>
                    <a:pt x="2545208" y="272329"/>
                    <a:pt x="2345945" y="272329"/>
                  </a:cubicBezTo>
                  <a:cubicBezTo>
                    <a:pt x="2146682" y="272329"/>
                    <a:pt x="1984503" y="150135"/>
                    <a:pt x="1984503" y="0"/>
                  </a:cubicBezTo>
                  <a:close/>
                  <a:moveTo>
                    <a:pt x="1508253" y="0"/>
                  </a:moveTo>
                  <a:cubicBezTo>
                    <a:pt x="1508253" y="398925"/>
                    <a:pt x="1939037" y="723499"/>
                    <a:pt x="2468500" y="723499"/>
                  </a:cubicBezTo>
                  <a:cubicBezTo>
                    <a:pt x="2997964" y="723499"/>
                    <a:pt x="3306193" y="398925"/>
                    <a:pt x="3306193" y="0"/>
                  </a:cubicBezTo>
                  <a:lnTo>
                    <a:pt x="3183638" y="0"/>
                  </a:lnTo>
                  <a:cubicBezTo>
                    <a:pt x="3183638" y="348018"/>
                    <a:pt x="2807845" y="631160"/>
                    <a:pt x="2345945" y="631160"/>
                  </a:cubicBezTo>
                  <a:cubicBezTo>
                    <a:pt x="1884046" y="631160"/>
                    <a:pt x="1508253" y="348018"/>
                    <a:pt x="1508253" y="0"/>
                  </a:cubicBezTo>
                  <a:close/>
                  <a:moveTo>
                    <a:pt x="1004189" y="0"/>
                  </a:moveTo>
                  <a:cubicBezTo>
                    <a:pt x="1004189" y="608291"/>
                    <a:pt x="1661034" y="1103190"/>
                    <a:pt x="2468373" y="1103190"/>
                  </a:cubicBezTo>
                  <a:cubicBezTo>
                    <a:pt x="3275713" y="1103190"/>
                    <a:pt x="3810129" y="608291"/>
                    <a:pt x="3810256" y="0"/>
                  </a:cubicBezTo>
                  <a:lnTo>
                    <a:pt x="3687701" y="0"/>
                  </a:lnTo>
                  <a:cubicBezTo>
                    <a:pt x="3687701" y="557384"/>
                    <a:pt x="3085847" y="1010947"/>
                    <a:pt x="2345945" y="1010947"/>
                  </a:cubicBezTo>
                  <a:cubicBezTo>
                    <a:pt x="1606043" y="1010947"/>
                    <a:pt x="1004316" y="557384"/>
                    <a:pt x="1004316" y="0"/>
                  </a:cubicBezTo>
                  <a:close/>
                  <a:moveTo>
                    <a:pt x="508889" y="0"/>
                  </a:moveTo>
                  <a:cubicBezTo>
                    <a:pt x="508889" y="814212"/>
                    <a:pt x="1387983" y="1476566"/>
                    <a:pt x="2468627" y="1476566"/>
                  </a:cubicBezTo>
                  <a:cubicBezTo>
                    <a:pt x="3549271" y="1476566"/>
                    <a:pt x="4305683" y="814212"/>
                    <a:pt x="4305683" y="0"/>
                  </a:cubicBezTo>
                  <a:lnTo>
                    <a:pt x="4183128" y="0"/>
                  </a:lnTo>
                  <a:cubicBezTo>
                    <a:pt x="4183128" y="763306"/>
                    <a:pt x="3359024" y="1384227"/>
                    <a:pt x="2345945" y="1384227"/>
                  </a:cubicBezTo>
                  <a:cubicBezTo>
                    <a:pt x="1332865" y="1384227"/>
                    <a:pt x="508762" y="763306"/>
                    <a:pt x="508762" y="0"/>
                  </a:cubicBezTo>
                  <a:close/>
                  <a:moveTo>
                    <a:pt x="0" y="0"/>
                  </a:moveTo>
                  <a:cubicBezTo>
                    <a:pt x="0" y="1025492"/>
                    <a:pt x="1107313" y="1859894"/>
                    <a:pt x="2468500" y="1859894"/>
                  </a:cubicBezTo>
                  <a:cubicBezTo>
                    <a:pt x="3789936" y="1859894"/>
                    <a:pt x="4872103" y="1073527"/>
                    <a:pt x="4934206" y="89277"/>
                  </a:cubicBezTo>
                  <a:lnTo>
                    <a:pt x="4934206" y="0"/>
                  </a:lnTo>
                  <a:lnTo>
                    <a:pt x="4814445" y="0"/>
                  </a:lnTo>
                  <a:cubicBezTo>
                    <a:pt x="4814445" y="974585"/>
                    <a:pt x="3762123" y="1767554"/>
                    <a:pt x="2468500" y="1767554"/>
                  </a:cubicBezTo>
                  <a:cubicBezTo>
                    <a:pt x="1174877" y="1767554"/>
                    <a:pt x="0" y="974585"/>
                    <a:pt x="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301874" y="2908159"/>
              <a:ext cx="133350" cy="100473"/>
            </a:xfrm>
            <a:custGeom>
              <a:avLst/>
              <a:gdLst/>
              <a:ahLst/>
              <a:cxnLst/>
              <a:rect r="r" b="b" t="t" l="l"/>
              <a:pathLst>
                <a:path h="100473" w="133350">
                  <a:moveTo>
                    <a:pt x="133350" y="50236"/>
                  </a:moveTo>
                  <a:cubicBezTo>
                    <a:pt x="133350" y="53490"/>
                    <a:pt x="132969" y="56839"/>
                    <a:pt x="132080" y="59996"/>
                  </a:cubicBezTo>
                  <a:cubicBezTo>
                    <a:pt x="131191" y="63154"/>
                    <a:pt x="129921" y="66408"/>
                    <a:pt x="128270" y="69374"/>
                  </a:cubicBezTo>
                  <a:cubicBezTo>
                    <a:pt x="126619" y="72340"/>
                    <a:pt x="124587" y="75307"/>
                    <a:pt x="122047" y="78082"/>
                  </a:cubicBezTo>
                  <a:cubicBezTo>
                    <a:pt x="119507" y="80857"/>
                    <a:pt x="116840" y="83344"/>
                    <a:pt x="113792" y="85737"/>
                  </a:cubicBezTo>
                  <a:cubicBezTo>
                    <a:pt x="110744" y="88129"/>
                    <a:pt x="107315" y="90138"/>
                    <a:pt x="103632" y="91956"/>
                  </a:cubicBezTo>
                  <a:cubicBezTo>
                    <a:pt x="99949" y="93774"/>
                    <a:pt x="96139" y="95305"/>
                    <a:pt x="92075" y="96645"/>
                  </a:cubicBezTo>
                  <a:cubicBezTo>
                    <a:pt x="88011" y="97985"/>
                    <a:pt x="83820" y="98846"/>
                    <a:pt x="79629" y="99516"/>
                  </a:cubicBezTo>
                  <a:cubicBezTo>
                    <a:pt x="75438" y="100186"/>
                    <a:pt x="70993" y="100473"/>
                    <a:pt x="66675" y="100473"/>
                  </a:cubicBezTo>
                  <a:cubicBezTo>
                    <a:pt x="62357" y="100473"/>
                    <a:pt x="57912" y="100186"/>
                    <a:pt x="53721" y="99516"/>
                  </a:cubicBezTo>
                  <a:cubicBezTo>
                    <a:pt x="49530" y="98846"/>
                    <a:pt x="45212" y="97889"/>
                    <a:pt x="41275" y="96645"/>
                  </a:cubicBezTo>
                  <a:cubicBezTo>
                    <a:pt x="37338" y="95401"/>
                    <a:pt x="33401" y="93870"/>
                    <a:pt x="29718" y="91956"/>
                  </a:cubicBezTo>
                  <a:cubicBezTo>
                    <a:pt x="26035" y="90043"/>
                    <a:pt x="22733" y="88033"/>
                    <a:pt x="19558" y="85737"/>
                  </a:cubicBezTo>
                  <a:cubicBezTo>
                    <a:pt x="16383" y="83440"/>
                    <a:pt x="13716" y="80857"/>
                    <a:pt x="11303" y="78082"/>
                  </a:cubicBezTo>
                  <a:cubicBezTo>
                    <a:pt x="8890" y="75307"/>
                    <a:pt x="6858" y="72436"/>
                    <a:pt x="5080" y="69374"/>
                  </a:cubicBezTo>
                  <a:cubicBezTo>
                    <a:pt x="3302" y="66312"/>
                    <a:pt x="2159" y="63154"/>
                    <a:pt x="1270" y="59996"/>
                  </a:cubicBezTo>
                  <a:cubicBezTo>
                    <a:pt x="381" y="56839"/>
                    <a:pt x="0" y="53490"/>
                    <a:pt x="0" y="50236"/>
                  </a:cubicBezTo>
                  <a:cubicBezTo>
                    <a:pt x="0" y="46983"/>
                    <a:pt x="381" y="43634"/>
                    <a:pt x="1270" y="40476"/>
                  </a:cubicBezTo>
                  <a:cubicBezTo>
                    <a:pt x="2159" y="37318"/>
                    <a:pt x="3429" y="34065"/>
                    <a:pt x="5080" y="31099"/>
                  </a:cubicBezTo>
                  <a:cubicBezTo>
                    <a:pt x="6731" y="28132"/>
                    <a:pt x="8763" y="25166"/>
                    <a:pt x="11303" y="22391"/>
                  </a:cubicBezTo>
                  <a:cubicBezTo>
                    <a:pt x="13843" y="19616"/>
                    <a:pt x="16510" y="17128"/>
                    <a:pt x="19558" y="14736"/>
                  </a:cubicBezTo>
                  <a:cubicBezTo>
                    <a:pt x="22606" y="12344"/>
                    <a:pt x="26035" y="10334"/>
                    <a:pt x="29718" y="8516"/>
                  </a:cubicBezTo>
                  <a:cubicBezTo>
                    <a:pt x="33401" y="6698"/>
                    <a:pt x="37211" y="5167"/>
                    <a:pt x="41275" y="3827"/>
                  </a:cubicBezTo>
                  <a:cubicBezTo>
                    <a:pt x="45339" y="2488"/>
                    <a:pt x="49530" y="1627"/>
                    <a:pt x="53721" y="957"/>
                  </a:cubicBezTo>
                  <a:cubicBezTo>
                    <a:pt x="57912" y="287"/>
                    <a:pt x="62357" y="0"/>
                    <a:pt x="66675" y="0"/>
                  </a:cubicBezTo>
                  <a:cubicBezTo>
                    <a:pt x="70993" y="0"/>
                    <a:pt x="75438" y="287"/>
                    <a:pt x="79629" y="957"/>
                  </a:cubicBezTo>
                  <a:cubicBezTo>
                    <a:pt x="83820" y="1627"/>
                    <a:pt x="88138" y="2583"/>
                    <a:pt x="92075" y="3827"/>
                  </a:cubicBezTo>
                  <a:cubicBezTo>
                    <a:pt x="96012" y="5072"/>
                    <a:pt x="99949" y="6602"/>
                    <a:pt x="103632" y="8516"/>
                  </a:cubicBezTo>
                  <a:cubicBezTo>
                    <a:pt x="107315" y="10430"/>
                    <a:pt x="110617" y="12439"/>
                    <a:pt x="113792" y="14736"/>
                  </a:cubicBezTo>
                  <a:cubicBezTo>
                    <a:pt x="116967" y="17032"/>
                    <a:pt x="119634" y="19616"/>
                    <a:pt x="122047" y="22391"/>
                  </a:cubicBezTo>
                  <a:cubicBezTo>
                    <a:pt x="124460" y="25166"/>
                    <a:pt x="126492" y="28037"/>
                    <a:pt x="128270" y="31099"/>
                  </a:cubicBezTo>
                  <a:cubicBezTo>
                    <a:pt x="130048" y="34161"/>
                    <a:pt x="131191" y="37318"/>
                    <a:pt x="132080" y="40476"/>
                  </a:cubicBezTo>
                  <a:cubicBezTo>
                    <a:pt x="132969" y="43634"/>
                    <a:pt x="133350" y="46983"/>
                    <a:pt x="133350" y="50236"/>
                  </a:cubicBezTo>
                  <a:close/>
                </a:path>
              </a:pathLst>
            </a:custGeom>
            <a:solidFill>
              <a:srgbClr val="34343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6548" y="50141"/>
              <a:ext cx="5690492" cy="2325226"/>
            </a:xfrm>
            <a:custGeom>
              <a:avLst/>
              <a:gdLst/>
              <a:ahLst/>
              <a:cxnLst/>
              <a:rect r="r" b="b" t="t" l="l"/>
              <a:pathLst>
                <a:path h="2325226" w="5690492">
                  <a:moveTo>
                    <a:pt x="0" y="0"/>
                  </a:moveTo>
                  <a:lnTo>
                    <a:pt x="0" y="2325225"/>
                  </a:lnTo>
                  <a:lnTo>
                    <a:pt x="5690492" y="2325225"/>
                  </a:lnTo>
                  <a:lnTo>
                    <a:pt x="56904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6548" y="50141"/>
              <a:ext cx="3786888" cy="3009301"/>
            </a:xfrm>
            <a:custGeom>
              <a:avLst/>
              <a:gdLst/>
              <a:ahLst/>
              <a:cxnLst/>
              <a:rect r="r" b="b" t="t" l="l"/>
              <a:pathLst>
                <a:path h="3009301" w="3786888">
                  <a:moveTo>
                    <a:pt x="0" y="0"/>
                  </a:moveTo>
                  <a:lnTo>
                    <a:pt x="0" y="3009301"/>
                  </a:lnTo>
                  <a:lnTo>
                    <a:pt x="3786888" y="3009301"/>
                  </a:lnTo>
                  <a:lnTo>
                    <a:pt x="37868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755761" y="180756"/>
            <a:ext cx="1595742" cy="2513733"/>
          </a:xfrm>
          <a:custGeom>
            <a:avLst/>
            <a:gdLst/>
            <a:ahLst/>
            <a:cxnLst/>
            <a:rect r="r" b="b" t="t" l="l"/>
            <a:pathLst>
              <a:path h="2513733" w="1595742">
                <a:moveTo>
                  <a:pt x="0" y="0"/>
                </a:moveTo>
                <a:lnTo>
                  <a:pt x="1595742" y="0"/>
                </a:lnTo>
                <a:lnTo>
                  <a:pt x="1595742" y="2513733"/>
                </a:lnTo>
                <a:lnTo>
                  <a:pt x="0" y="251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5761" y="2828925"/>
            <a:ext cx="1595742" cy="2513733"/>
          </a:xfrm>
          <a:custGeom>
            <a:avLst/>
            <a:gdLst/>
            <a:ahLst/>
            <a:cxnLst/>
            <a:rect r="r" b="b" t="t" l="l"/>
            <a:pathLst>
              <a:path h="2513733" w="1595742">
                <a:moveTo>
                  <a:pt x="0" y="0"/>
                </a:moveTo>
                <a:lnTo>
                  <a:pt x="1595742" y="0"/>
                </a:lnTo>
                <a:lnTo>
                  <a:pt x="1595742" y="2513733"/>
                </a:lnTo>
                <a:lnTo>
                  <a:pt x="0" y="251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055421" y="5472827"/>
            <a:ext cx="6296073" cy="4877667"/>
          </a:xfrm>
          <a:custGeom>
            <a:avLst/>
            <a:gdLst/>
            <a:ahLst/>
            <a:cxnLst/>
            <a:rect r="r" b="b" t="t" l="l"/>
            <a:pathLst>
              <a:path h="4877667" w="6296073">
                <a:moveTo>
                  <a:pt x="0" y="0"/>
                </a:moveTo>
                <a:lnTo>
                  <a:pt x="6296073" y="0"/>
                </a:lnTo>
                <a:lnTo>
                  <a:pt x="6296073" y="4877667"/>
                </a:lnTo>
                <a:lnTo>
                  <a:pt x="0" y="4877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45981" y="2157470"/>
            <a:ext cx="6523949" cy="81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22034" y="3200600"/>
            <a:ext cx="104146" cy="8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3215" i="true">
                <a:solidFill>
                  <a:srgbClr val="343434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39991" y="4271967"/>
            <a:ext cx="7279893" cy="493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USED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028408" y="3210166"/>
            <a:ext cx="7175050" cy="564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</a:p>
          <a:p>
            <a:pPr algn="l">
              <a:lnSpc>
                <a:spcPts val="4057"/>
              </a:lnSpc>
            </a:pPr>
          </a:p>
          <a:p>
            <a:pPr algn="l" marL="625654" indent="-312827" lvl="1">
              <a:lnSpc>
                <a:spcPts val="4057"/>
              </a:lnSpc>
              <a:buFont typeface="Arial"/>
              <a:buChar char="•"/>
            </a:pPr>
            <a:r>
              <a:rPr lang="en-US" b="true" sz="2897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</a:t>
            </a:r>
          </a:p>
          <a:p>
            <a:pPr algn="l">
              <a:lnSpc>
                <a:spcPts val="4057"/>
              </a:lnSpc>
            </a:pPr>
          </a:p>
          <a:p>
            <a:pPr algn="l" marL="625654" indent="-312827" lvl="1">
              <a:lnSpc>
                <a:spcPts val="4057"/>
              </a:lnSpc>
              <a:buFont typeface="Arial"/>
              <a:buChar char="•"/>
            </a:pPr>
            <a:r>
              <a:rPr lang="en-US" b="true" sz="2897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  <a:p>
            <a:pPr algn="l">
              <a:lnSpc>
                <a:spcPts val="4057"/>
              </a:lnSpc>
            </a:pPr>
          </a:p>
          <a:p>
            <a:pPr algn="l" marL="625654" indent="-312827" lvl="1">
              <a:lnSpc>
                <a:spcPts val="4057"/>
              </a:lnSpc>
              <a:buFont typeface="Arial"/>
              <a:buChar char="•"/>
            </a:pPr>
            <a:r>
              <a:rPr lang="en-US" b="true" sz="2897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AND DISCUSSION</a:t>
            </a:r>
          </a:p>
          <a:p>
            <a:pPr algn="l">
              <a:lnSpc>
                <a:spcPts val="4057"/>
              </a:lnSpc>
            </a:pPr>
          </a:p>
          <a:p>
            <a:pPr algn="l" marL="625654" indent="-312827" lvl="1">
              <a:lnSpc>
                <a:spcPts val="4057"/>
              </a:lnSpc>
              <a:buFont typeface="Arial"/>
              <a:buChar char="•"/>
            </a:pPr>
            <a:r>
              <a:rPr lang="en-US" b="true" sz="2897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WORK</a:t>
            </a:r>
          </a:p>
          <a:p>
            <a:pPr algn="l">
              <a:lnSpc>
                <a:spcPts val="4057"/>
              </a:lnSpc>
            </a:pPr>
          </a:p>
          <a:p>
            <a:pPr algn="l" marL="625654" indent="-312827" lvl="1">
              <a:lnSpc>
                <a:spcPts val="4057"/>
              </a:lnSpc>
              <a:buFont typeface="Arial"/>
              <a:buChar char="•"/>
            </a:pPr>
            <a:r>
              <a:rPr lang="en-US" b="true" sz="2897">
                <a:solidFill>
                  <a:srgbClr val="2930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4389787" cy="10413997"/>
          </a:xfrm>
          <a:custGeom>
            <a:avLst/>
            <a:gdLst/>
            <a:ahLst/>
            <a:cxnLst/>
            <a:rect r="r" b="b" t="t" l="l"/>
            <a:pathLst>
              <a:path h="10413997" w="4389787">
                <a:moveTo>
                  <a:pt x="0" y="0"/>
                </a:moveTo>
                <a:lnTo>
                  <a:pt x="4389787" y="0"/>
                </a:lnTo>
                <a:lnTo>
                  <a:pt x="438978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3327" y="-63503"/>
            <a:ext cx="7442197" cy="2715892"/>
          </a:xfrm>
          <a:custGeom>
            <a:avLst/>
            <a:gdLst/>
            <a:ahLst/>
            <a:cxnLst/>
            <a:rect r="r" b="b" t="t" l="l"/>
            <a:pathLst>
              <a:path h="2715892" w="7442197">
                <a:moveTo>
                  <a:pt x="0" y="0"/>
                </a:moveTo>
                <a:lnTo>
                  <a:pt x="7442197" y="0"/>
                </a:lnTo>
                <a:lnTo>
                  <a:pt x="7442197" y="2715892"/>
                </a:lnTo>
                <a:lnTo>
                  <a:pt x="0" y="2715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78039" y="7775315"/>
            <a:ext cx="2573455" cy="2575189"/>
            <a:chOff x="0" y="0"/>
            <a:chExt cx="2573465" cy="25751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4135"/>
              <a:ext cx="2103125" cy="2102353"/>
            </a:xfrm>
            <a:custGeom>
              <a:avLst/>
              <a:gdLst/>
              <a:ahLst/>
              <a:cxnLst/>
              <a:rect r="r" b="b" t="t" l="l"/>
              <a:pathLst>
                <a:path h="2102353" w="2103125">
                  <a:moveTo>
                    <a:pt x="2103125" y="1051176"/>
                  </a:moveTo>
                  <a:cubicBezTo>
                    <a:pt x="2103125" y="1068448"/>
                    <a:pt x="2102744" y="1085593"/>
                    <a:pt x="2101855" y="1102738"/>
                  </a:cubicBezTo>
                  <a:cubicBezTo>
                    <a:pt x="2100966" y="1119883"/>
                    <a:pt x="2099696" y="1137028"/>
                    <a:pt x="2098045" y="1154173"/>
                  </a:cubicBezTo>
                  <a:cubicBezTo>
                    <a:pt x="2096394" y="1171318"/>
                    <a:pt x="2094235" y="1188336"/>
                    <a:pt x="2091695" y="1205354"/>
                  </a:cubicBezTo>
                  <a:cubicBezTo>
                    <a:pt x="2089155" y="1222372"/>
                    <a:pt x="2086234" y="1239390"/>
                    <a:pt x="2082932" y="1256154"/>
                  </a:cubicBezTo>
                  <a:cubicBezTo>
                    <a:pt x="2079630" y="1272918"/>
                    <a:pt x="2075820" y="1289809"/>
                    <a:pt x="2071629" y="1306573"/>
                  </a:cubicBezTo>
                  <a:cubicBezTo>
                    <a:pt x="2067438" y="1323337"/>
                    <a:pt x="2062866" y="1339847"/>
                    <a:pt x="2057913" y="1356357"/>
                  </a:cubicBezTo>
                  <a:cubicBezTo>
                    <a:pt x="2052960" y="1372867"/>
                    <a:pt x="2047499" y="1389123"/>
                    <a:pt x="2041784" y="1405379"/>
                  </a:cubicBezTo>
                  <a:cubicBezTo>
                    <a:pt x="2036069" y="1421635"/>
                    <a:pt x="2029846" y="1437637"/>
                    <a:pt x="2023242" y="1453512"/>
                  </a:cubicBezTo>
                  <a:cubicBezTo>
                    <a:pt x="2016638" y="1469387"/>
                    <a:pt x="2009653" y="1485134"/>
                    <a:pt x="2002287" y="1500756"/>
                  </a:cubicBezTo>
                  <a:cubicBezTo>
                    <a:pt x="1994921" y="1516376"/>
                    <a:pt x="1987174" y="1531743"/>
                    <a:pt x="1979046" y="1546856"/>
                  </a:cubicBezTo>
                  <a:cubicBezTo>
                    <a:pt x="1970918" y="1561969"/>
                    <a:pt x="1962409" y="1576955"/>
                    <a:pt x="1953646" y="1591814"/>
                  </a:cubicBezTo>
                  <a:cubicBezTo>
                    <a:pt x="1944883" y="1606673"/>
                    <a:pt x="1935612" y="1621151"/>
                    <a:pt x="1926087" y="1635375"/>
                  </a:cubicBezTo>
                  <a:cubicBezTo>
                    <a:pt x="1916562" y="1649599"/>
                    <a:pt x="1906656" y="1663696"/>
                    <a:pt x="1896369" y="1677539"/>
                  </a:cubicBezTo>
                  <a:cubicBezTo>
                    <a:pt x="1886082" y="1691382"/>
                    <a:pt x="1875541" y="1704971"/>
                    <a:pt x="1864619" y="1718179"/>
                  </a:cubicBezTo>
                  <a:cubicBezTo>
                    <a:pt x="1853697" y="1731387"/>
                    <a:pt x="1842520" y="1744468"/>
                    <a:pt x="1830964" y="1757295"/>
                  </a:cubicBezTo>
                  <a:cubicBezTo>
                    <a:pt x="1819407" y="1770122"/>
                    <a:pt x="1807595" y="1782568"/>
                    <a:pt x="1795404" y="1794633"/>
                  </a:cubicBezTo>
                  <a:cubicBezTo>
                    <a:pt x="1783212" y="1806698"/>
                    <a:pt x="1770765" y="1818636"/>
                    <a:pt x="1758065" y="1830193"/>
                  </a:cubicBezTo>
                  <a:cubicBezTo>
                    <a:pt x="1745365" y="1841750"/>
                    <a:pt x="1732284" y="1852926"/>
                    <a:pt x="1718949" y="1863848"/>
                  </a:cubicBezTo>
                  <a:cubicBezTo>
                    <a:pt x="1705614" y="1874770"/>
                    <a:pt x="1692025" y="1885311"/>
                    <a:pt x="1678309" y="1895598"/>
                  </a:cubicBezTo>
                  <a:cubicBezTo>
                    <a:pt x="1664593" y="1905884"/>
                    <a:pt x="1650369" y="1915790"/>
                    <a:pt x="1636145" y="1925315"/>
                  </a:cubicBezTo>
                  <a:cubicBezTo>
                    <a:pt x="1621921" y="1934840"/>
                    <a:pt x="1607316" y="1944112"/>
                    <a:pt x="1592584" y="1952874"/>
                  </a:cubicBezTo>
                  <a:cubicBezTo>
                    <a:pt x="1577852" y="1961637"/>
                    <a:pt x="1562866" y="1970146"/>
                    <a:pt x="1547626" y="1978274"/>
                  </a:cubicBezTo>
                  <a:cubicBezTo>
                    <a:pt x="1532386" y="1986402"/>
                    <a:pt x="1517019" y="1994149"/>
                    <a:pt x="1501525" y="2001515"/>
                  </a:cubicBezTo>
                  <a:cubicBezTo>
                    <a:pt x="1486031" y="2008881"/>
                    <a:pt x="1470283" y="2015866"/>
                    <a:pt x="1454281" y="2022470"/>
                  </a:cubicBezTo>
                  <a:cubicBezTo>
                    <a:pt x="1438279" y="2029074"/>
                    <a:pt x="1422277" y="2035297"/>
                    <a:pt x="1406148" y="2041012"/>
                  </a:cubicBezTo>
                  <a:cubicBezTo>
                    <a:pt x="1390018" y="2046727"/>
                    <a:pt x="1373635" y="2052188"/>
                    <a:pt x="1357125" y="2057141"/>
                  </a:cubicBezTo>
                  <a:cubicBezTo>
                    <a:pt x="1340615" y="2062094"/>
                    <a:pt x="1324105" y="2066666"/>
                    <a:pt x="1307341" y="2070857"/>
                  </a:cubicBezTo>
                  <a:cubicBezTo>
                    <a:pt x="1290577" y="2075048"/>
                    <a:pt x="1273813" y="2078858"/>
                    <a:pt x="1256922" y="2082160"/>
                  </a:cubicBezTo>
                  <a:cubicBezTo>
                    <a:pt x="1240031" y="2085462"/>
                    <a:pt x="1223140" y="2088510"/>
                    <a:pt x="1206122" y="2090923"/>
                  </a:cubicBezTo>
                  <a:cubicBezTo>
                    <a:pt x="1189104" y="2093336"/>
                    <a:pt x="1172086" y="2095495"/>
                    <a:pt x="1154941" y="2097273"/>
                  </a:cubicBezTo>
                  <a:cubicBezTo>
                    <a:pt x="1137796" y="2099051"/>
                    <a:pt x="1120651" y="2100194"/>
                    <a:pt x="1103506" y="2101083"/>
                  </a:cubicBezTo>
                  <a:cubicBezTo>
                    <a:pt x="1086361" y="2101972"/>
                    <a:pt x="1069089" y="2102353"/>
                    <a:pt x="1051944" y="2102353"/>
                  </a:cubicBezTo>
                  <a:cubicBezTo>
                    <a:pt x="1034799" y="2102353"/>
                    <a:pt x="1017527" y="2101972"/>
                    <a:pt x="1000382" y="2101083"/>
                  </a:cubicBezTo>
                  <a:cubicBezTo>
                    <a:pt x="983237" y="2100194"/>
                    <a:pt x="966092" y="2098924"/>
                    <a:pt x="948947" y="2097273"/>
                  </a:cubicBezTo>
                  <a:cubicBezTo>
                    <a:pt x="931801" y="2095622"/>
                    <a:pt x="914783" y="2093463"/>
                    <a:pt x="897765" y="2090923"/>
                  </a:cubicBezTo>
                  <a:cubicBezTo>
                    <a:pt x="880747" y="2088383"/>
                    <a:pt x="863729" y="2085462"/>
                    <a:pt x="846965" y="2082160"/>
                  </a:cubicBezTo>
                  <a:cubicBezTo>
                    <a:pt x="830201" y="2078858"/>
                    <a:pt x="813310" y="2075048"/>
                    <a:pt x="796546" y="2070857"/>
                  </a:cubicBezTo>
                  <a:cubicBezTo>
                    <a:pt x="779782" y="2066666"/>
                    <a:pt x="763272" y="2062094"/>
                    <a:pt x="746762" y="2057141"/>
                  </a:cubicBezTo>
                  <a:cubicBezTo>
                    <a:pt x="730252" y="2052188"/>
                    <a:pt x="713996" y="2046727"/>
                    <a:pt x="697740" y="2041012"/>
                  </a:cubicBezTo>
                  <a:cubicBezTo>
                    <a:pt x="681484" y="2035297"/>
                    <a:pt x="665482" y="2029074"/>
                    <a:pt x="649607" y="2022470"/>
                  </a:cubicBezTo>
                  <a:cubicBezTo>
                    <a:pt x="633732" y="2015866"/>
                    <a:pt x="617984" y="2008881"/>
                    <a:pt x="602363" y="2001515"/>
                  </a:cubicBezTo>
                  <a:cubicBezTo>
                    <a:pt x="586742" y="1994149"/>
                    <a:pt x="571375" y="1986402"/>
                    <a:pt x="556262" y="1978274"/>
                  </a:cubicBezTo>
                  <a:cubicBezTo>
                    <a:pt x="541148" y="1970146"/>
                    <a:pt x="526162" y="1961637"/>
                    <a:pt x="511303" y="1952874"/>
                  </a:cubicBezTo>
                  <a:cubicBezTo>
                    <a:pt x="496444" y="1944112"/>
                    <a:pt x="481966" y="1934840"/>
                    <a:pt x="467742" y="1925315"/>
                  </a:cubicBezTo>
                  <a:cubicBezTo>
                    <a:pt x="453518" y="1915790"/>
                    <a:pt x="439421" y="1905884"/>
                    <a:pt x="425578" y="1895598"/>
                  </a:cubicBezTo>
                  <a:cubicBezTo>
                    <a:pt x="411735" y="1885311"/>
                    <a:pt x="398146" y="1874770"/>
                    <a:pt x="384938" y="1863848"/>
                  </a:cubicBezTo>
                  <a:cubicBezTo>
                    <a:pt x="371730" y="1852926"/>
                    <a:pt x="358649" y="1841750"/>
                    <a:pt x="345822" y="1830193"/>
                  </a:cubicBezTo>
                  <a:cubicBezTo>
                    <a:pt x="332995" y="1818636"/>
                    <a:pt x="320549" y="1806825"/>
                    <a:pt x="308484" y="1794633"/>
                  </a:cubicBezTo>
                  <a:cubicBezTo>
                    <a:pt x="296419" y="1782441"/>
                    <a:pt x="284481" y="1769995"/>
                    <a:pt x="272924" y="1757295"/>
                  </a:cubicBezTo>
                  <a:cubicBezTo>
                    <a:pt x="261367" y="1744595"/>
                    <a:pt x="250191" y="1731514"/>
                    <a:pt x="239269" y="1718179"/>
                  </a:cubicBezTo>
                  <a:cubicBezTo>
                    <a:pt x="228347" y="1704844"/>
                    <a:pt x="217806" y="1691255"/>
                    <a:pt x="207519" y="1677539"/>
                  </a:cubicBezTo>
                  <a:cubicBezTo>
                    <a:pt x="197232" y="1663823"/>
                    <a:pt x="187326" y="1649599"/>
                    <a:pt x="177801" y="1635375"/>
                  </a:cubicBezTo>
                  <a:cubicBezTo>
                    <a:pt x="168276" y="1621151"/>
                    <a:pt x="159005" y="1606546"/>
                    <a:pt x="150242" y="1591814"/>
                  </a:cubicBezTo>
                  <a:cubicBezTo>
                    <a:pt x="141479" y="1577082"/>
                    <a:pt x="132970" y="1562096"/>
                    <a:pt x="124842" y="1546856"/>
                  </a:cubicBezTo>
                  <a:cubicBezTo>
                    <a:pt x="116713" y="1531616"/>
                    <a:pt x="108966" y="1516249"/>
                    <a:pt x="101600" y="1500756"/>
                  </a:cubicBezTo>
                  <a:cubicBezTo>
                    <a:pt x="94234" y="1485262"/>
                    <a:pt x="87249" y="1469514"/>
                    <a:pt x="80645" y="1453512"/>
                  </a:cubicBezTo>
                  <a:cubicBezTo>
                    <a:pt x="74041" y="1437510"/>
                    <a:pt x="67818" y="1421508"/>
                    <a:pt x="62103" y="1405379"/>
                  </a:cubicBezTo>
                  <a:cubicBezTo>
                    <a:pt x="56388" y="1389250"/>
                    <a:pt x="50927" y="1372867"/>
                    <a:pt x="45974" y="1356357"/>
                  </a:cubicBezTo>
                  <a:cubicBezTo>
                    <a:pt x="41021" y="1339847"/>
                    <a:pt x="36449" y="1323337"/>
                    <a:pt x="32258" y="1306573"/>
                  </a:cubicBezTo>
                  <a:cubicBezTo>
                    <a:pt x="28067" y="1289809"/>
                    <a:pt x="24257" y="1273045"/>
                    <a:pt x="20955" y="1256154"/>
                  </a:cubicBezTo>
                  <a:cubicBezTo>
                    <a:pt x="17653" y="1239263"/>
                    <a:pt x="14605" y="1222372"/>
                    <a:pt x="12192" y="1205354"/>
                  </a:cubicBezTo>
                  <a:cubicBezTo>
                    <a:pt x="9779" y="1188336"/>
                    <a:pt x="7620" y="1171318"/>
                    <a:pt x="5842" y="1154173"/>
                  </a:cubicBezTo>
                  <a:cubicBezTo>
                    <a:pt x="4064" y="1137028"/>
                    <a:pt x="2921" y="1119883"/>
                    <a:pt x="2032" y="1102738"/>
                  </a:cubicBezTo>
                  <a:cubicBezTo>
                    <a:pt x="1143" y="1085593"/>
                    <a:pt x="0" y="1068448"/>
                    <a:pt x="0" y="1051176"/>
                  </a:cubicBezTo>
                  <a:cubicBezTo>
                    <a:pt x="0" y="1033904"/>
                    <a:pt x="381" y="1016760"/>
                    <a:pt x="1270" y="999615"/>
                  </a:cubicBezTo>
                  <a:cubicBezTo>
                    <a:pt x="2159" y="982470"/>
                    <a:pt x="3429" y="965325"/>
                    <a:pt x="5080" y="948180"/>
                  </a:cubicBezTo>
                  <a:cubicBezTo>
                    <a:pt x="6731" y="931035"/>
                    <a:pt x="8890" y="914017"/>
                    <a:pt x="11430" y="896999"/>
                  </a:cubicBezTo>
                  <a:cubicBezTo>
                    <a:pt x="13970" y="879981"/>
                    <a:pt x="16891" y="862963"/>
                    <a:pt x="20193" y="846199"/>
                  </a:cubicBezTo>
                  <a:cubicBezTo>
                    <a:pt x="23495" y="829435"/>
                    <a:pt x="27305" y="812544"/>
                    <a:pt x="31496" y="795780"/>
                  </a:cubicBezTo>
                  <a:cubicBezTo>
                    <a:pt x="35687" y="779016"/>
                    <a:pt x="40259" y="762506"/>
                    <a:pt x="45212" y="745996"/>
                  </a:cubicBezTo>
                  <a:cubicBezTo>
                    <a:pt x="50165" y="729486"/>
                    <a:pt x="55626" y="713230"/>
                    <a:pt x="61341" y="696974"/>
                  </a:cubicBezTo>
                  <a:cubicBezTo>
                    <a:pt x="67056" y="680718"/>
                    <a:pt x="73279" y="664716"/>
                    <a:pt x="79883" y="648841"/>
                  </a:cubicBezTo>
                  <a:cubicBezTo>
                    <a:pt x="86487" y="632966"/>
                    <a:pt x="93472" y="617218"/>
                    <a:pt x="100838" y="601597"/>
                  </a:cubicBezTo>
                  <a:cubicBezTo>
                    <a:pt x="108204" y="585977"/>
                    <a:pt x="115951" y="570737"/>
                    <a:pt x="124079" y="555497"/>
                  </a:cubicBezTo>
                  <a:cubicBezTo>
                    <a:pt x="132207" y="540257"/>
                    <a:pt x="140716" y="525398"/>
                    <a:pt x="149480" y="510539"/>
                  </a:cubicBezTo>
                  <a:cubicBezTo>
                    <a:pt x="158243" y="495680"/>
                    <a:pt x="167514" y="481202"/>
                    <a:pt x="177039" y="466978"/>
                  </a:cubicBezTo>
                  <a:cubicBezTo>
                    <a:pt x="186564" y="452754"/>
                    <a:pt x="196470" y="438657"/>
                    <a:pt x="206757" y="424814"/>
                  </a:cubicBezTo>
                  <a:cubicBezTo>
                    <a:pt x="217044" y="410971"/>
                    <a:pt x="227585" y="397382"/>
                    <a:pt x="238507" y="384174"/>
                  </a:cubicBezTo>
                  <a:cubicBezTo>
                    <a:pt x="249429" y="370966"/>
                    <a:pt x="260605" y="357885"/>
                    <a:pt x="272162" y="345058"/>
                  </a:cubicBezTo>
                  <a:cubicBezTo>
                    <a:pt x="283719" y="332231"/>
                    <a:pt x="295530" y="319785"/>
                    <a:pt x="307722" y="307720"/>
                  </a:cubicBezTo>
                  <a:cubicBezTo>
                    <a:pt x="319914" y="295655"/>
                    <a:pt x="332360" y="283717"/>
                    <a:pt x="345060" y="272160"/>
                  </a:cubicBezTo>
                  <a:cubicBezTo>
                    <a:pt x="357760" y="260603"/>
                    <a:pt x="370841" y="249427"/>
                    <a:pt x="384176" y="238505"/>
                  </a:cubicBezTo>
                  <a:cubicBezTo>
                    <a:pt x="397511" y="227583"/>
                    <a:pt x="411100" y="217042"/>
                    <a:pt x="424816" y="206755"/>
                  </a:cubicBezTo>
                  <a:cubicBezTo>
                    <a:pt x="438532" y="196468"/>
                    <a:pt x="452756" y="186562"/>
                    <a:pt x="466980" y="177037"/>
                  </a:cubicBezTo>
                  <a:cubicBezTo>
                    <a:pt x="481204" y="167512"/>
                    <a:pt x="495809" y="158241"/>
                    <a:pt x="510541" y="149479"/>
                  </a:cubicBezTo>
                  <a:cubicBezTo>
                    <a:pt x="525273" y="140716"/>
                    <a:pt x="540259" y="132207"/>
                    <a:pt x="555499" y="124079"/>
                  </a:cubicBezTo>
                  <a:cubicBezTo>
                    <a:pt x="570739" y="115951"/>
                    <a:pt x="586107" y="108204"/>
                    <a:pt x="601601" y="100838"/>
                  </a:cubicBezTo>
                  <a:cubicBezTo>
                    <a:pt x="617095" y="93472"/>
                    <a:pt x="632843" y="86487"/>
                    <a:pt x="648845" y="79883"/>
                  </a:cubicBezTo>
                  <a:cubicBezTo>
                    <a:pt x="664847" y="73279"/>
                    <a:pt x="680849" y="67056"/>
                    <a:pt x="696978" y="61341"/>
                  </a:cubicBezTo>
                  <a:cubicBezTo>
                    <a:pt x="713107" y="55626"/>
                    <a:pt x="729490" y="50165"/>
                    <a:pt x="746000" y="45212"/>
                  </a:cubicBezTo>
                  <a:cubicBezTo>
                    <a:pt x="762510" y="40259"/>
                    <a:pt x="779020" y="35687"/>
                    <a:pt x="795784" y="31496"/>
                  </a:cubicBezTo>
                  <a:cubicBezTo>
                    <a:pt x="812548" y="27305"/>
                    <a:pt x="829312" y="23495"/>
                    <a:pt x="846203" y="20193"/>
                  </a:cubicBezTo>
                  <a:cubicBezTo>
                    <a:pt x="863094" y="16891"/>
                    <a:pt x="879985" y="13843"/>
                    <a:pt x="897003" y="11430"/>
                  </a:cubicBezTo>
                  <a:cubicBezTo>
                    <a:pt x="914021" y="9017"/>
                    <a:pt x="931039" y="6858"/>
                    <a:pt x="948184" y="5080"/>
                  </a:cubicBezTo>
                  <a:cubicBezTo>
                    <a:pt x="965329" y="3302"/>
                    <a:pt x="982475" y="2159"/>
                    <a:pt x="999620" y="1270"/>
                  </a:cubicBezTo>
                  <a:cubicBezTo>
                    <a:pt x="1016764" y="381"/>
                    <a:pt x="1034037" y="0"/>
                    <a:pt x="1051182" y="0"/>
                  </a:cubicBezTo>
                  <a:cubicBezTo>
                    <a:pt x="1068327" y="0"/>
                    <a:pt x="1085599" y="381"/>
                    <a:pt x="1102744" y="1270"/>
                  </a:cubicBezTo>
                  <a:cubicBezTo>
                    <a:pt x="1119889" y="2159"/>
                    <a:pt x="1137034" y="3429"/>
                    <a:pt x="1154179" y="5080"/>
                  </a:cubicBezTo>
                  <a:cubicBezTo>
                    <a:pt x="1171324" y="6731"/>
                    <a:pt x="1188342" y="8890"/>
                    <a:pt x="1205360" y="11430"/>
                  </a:cubicBezTo>
                  <a:cubicBezTo>
                    <a:pt x="1222378" y="13970"/>
                    <a:pt x="1239396" y="16891"/>
                    <a:pt x="1256160" y="20193"/>
                  </a:cubicBezTo>
                  <a:cubicBezTo>
                    <a:pt x="1272924" y="23495"/>
                    <a:pt x="1289815" y="27305"/>
                    <a:pt x="1306579" y="31496"/>
                  </a:cubicBezTo>
                  <a:cubicBezTo>
                    <a:pt x="1323343" y="35687"/>
                    <a:pt x="1339853" y="40259"/>
                    <a:pt x="1356363" y="45212"/>
                  </a:cubicBezTo>
                  <a:cubicBezTo>
                    <a:pt x="1372873" y="50165"/>
                    <a:pt x="1389129" y="55626"/>
                    <a:pt x="1405386" y="61341"/>
                  </a:cubicBezTo>
                  <a:cubicBezTo>
                    <a:pt x="1421642" y="67056"/>
                    <a:pt x="1437644" y="73279"/>
                    <a:pt x="1453519" y="79883"/>
                  </a:cubicBezTo>
                  <a:cubicBezTo>
                    <a:pt x="1469394" y="86487"/>
                    <a:pt x="1485142" y="93472"/>
                    <a:pt x="1500763" y="100838"/>
                  </a:cubicBezTo>
                  <a:cubicBezTo>
                    <a:pt x="1516384" y="108204"/>
                    <a:pt x="1531751" y="115951"/>
                    <a:pt x="1546864" y="124079"/>
                  </a:cubicBezTo>
                  <a:cubicBezTo>
                    <a:pt x="1561977" y="132207"/>
                    <a:pt x="1576963" y="140716"/>
                    <a:pt x="1591822" y="149479"/>
                  </a:cubicBezTo>
                  <a:cubicBezTo>
                    <a:pt x="1606681" y="158241"/>
                    <a:pt x="1621159" y="167512"/>
                    <a:pt x="1635383" y="177037"/>
                  </a:cubicBezTo>
                  <a:cubicBezTo>
                    <a:pt x="1649607" y="186562"/>
                    <a:pt x="1663704" y="196468"/>
                    <a:pt x="1677547" y="206755"/>
                  </a:cubicBezTo>
                  <a:cubicBezTo>
                    <a:pt x="1691390" y="217042"/>
                    <a:pt x="1704979" y="227583"/>
                    <a:pt x="1718187" y="238505"/>
                  </a:cubicBezTo>
                  <a:cubicBezTo>
                    <a:pt x="1731395" y="249427"/>
                    <a:pt x="1744476" y="260603"/>
                    <a:pt x="1757303" y="272160"/>
                  </a:cubicBezTo>
                  <a:cubicBezTo>
                    <a:pt x="1770130" y="283717"/>
                    <a:pt x="1782576" y="295528"/>
                    <a:pt x="1794641" y="307720"/>
                  </a:cubicBezTo>
                  <a:cubicBezTo>
                    <a:pt x="1806706" y="319912"/>
                    <a:pt x="1818644" y="332358"/>
                    <a:pt x="1830201" y="345058"/>
                  </a:cubicBezTo>
                  <a:cubicBezTo>
                    <a:pt x="1841759" y="357758"/>
                    <a:pt x="1852934" y="370839"/>
                    <a:pt x="1863856" y="384174"/>
                  </a:cubicBezTo>
                  <a:cubicBezTo>
                    <a:pt x="1874779" y="397509"/>
                    <a:pt x="1885320" y="411098"/>
                    <a:pt x="1895607" y="424814"/>
                  </a:cubicBezTo>
                  <a:cubicBezTo>
                    <a:pt x="1905894" y="438530"/>
                    <a:pt x="1915800" y="452754"/>
                    <a:pt x="1925325" y="466978"/>
                  </a:cubicBezTo>
                  <a:cubicBezTo>
                    <a:pt x="1934850" y="481202"/>
                    <a:pt x="1944121" y="495807"/>
                    <a:pt x="1952884" y="510539"/>
                  </a:cubicBezTo>
                  <a:cubicBezTo>
                    <a:pt x="1961647" y="525271"/>
                    <a:pt x="1970156" y="540257"/>
                    <a:pt x="1978284" y="555497"/>
                  </a:cubicBezTo>
                  <a:cubicBezTo>
                    <a:pt x="1986412" y="570737"/>
                    <a:pt x="1994159" y="586104"/>
                    <a:pt x="2001525" y="601597"/>
                  </a:cubicBezTo>
                  <a:cubicBezTo>
                    <a:pt x="2008891" y="617091"/>
                    <a:pt x="2015876" y="632839"/>
                    <a:pt x="2022480" y="648841"/>
                  </a:cubicBezTo>
                  <a:cubicBezTo>
                    <a:pt x="2029084" y="664843"/>
                    <a:pt x="2035307" y="680845"/>
                    <a:pt x="2041022" y="696974"/>
                  </a:cubicBezTo>
                  <a:cubicBezTo>
                    <a:pt x="2046737" y="713103"/>
                    <a:pt x="2052198" y="729486"/>
                    <a:pt x="2057151" y="745996"/>
                  </a:cubicBezTo>
                  <a:cubicBezTo>
                    <a:pt x="2062104" y="762506"/>
                    <a:pt x="2066676" y="779016"/>
                    <a:pt x="2070867" y="795780"/>
                  </a:cubicBezTo>
                  <a:cubicBezTo>
                    <a:pt x="2075058" y="812544"/>
                    <a:pt x="2078868" y="829308"/>
                    <a:pt x="2082170" y="846199"/>
                  </a:cubicBezTo>
                  <a:cubicBezTo>
                    <a:pt x="2085472" y="863090"/>
                    <a:pt x="2088520" y="879981"/>
                    <a:pt x="2090933" y="896999"/>
                  </a:cubicBezTo>
                  <a:cubicBezTo>
                    <a:pt x="2093346" y="914017"/>
                    <a:pt x="2095505" y="931035"/>
                    <a:pt x="2097283" y="948180"/>
                  </a:cubicBezTo>
                  <a:cubicBezTo>
                    <a:pt x="2099061" y="965325"/>
                    <a:pt x="2100204" y="982470"/>
                    <a:pt x="2101093" y="999615"/>
                  </a:cubicBezTo>
                  <a:cubicBezTo>
                    <a:pt x="2101982" y="1016760"/>
                    <a:pt x="2102363" y="1034031"/>
                    <a:pt x="2102363" y="1051176"/>
                  </a:cubicBez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15063" y="1183383"/>
              <a:ext cx="1394844" cy="1328417"/>
            </a:xfrm>
            <a:custGeom>
              <a:avLst/>
              <a:gdLst/>
              <a:ahLst/>
              <a:cxnLst/>
              <a:rect r="r" b="b" t="t" l="l"/>
              <a:pathLst>
                <a:path h="1328417" w="1394844">
                  <a:moveTo>
                    <a:pt x="1191008" y="0"/>
                  </a:moveTo>
                  <a:cubicBezTo>
                    <a:pt x="1155829" y="627252"/>
                    <a:pt x="636144" y="1125091"/>
                    <a:pt x="0" y="1125091"/>
                  </a:cubicBezTo>
                  <a:lnTo>
                    <a:pt x="0" y="1328417"/>
                  </a:lnTo>
                  <a:lnTo>
                    <a:pt x="1394844" y="1328417"/>
                  </a:lnTo>
                  <a:lnTo>
                    <a:pt x="1394844" y="0"/>
                  </a:ln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2446407" cy="2448174"/>
            </a:xfrm>
            <a:custGeom>
              <a:avLst/>
              <a:gdLst/>
              <a:ahLst/>
              <a:cxnLst/>
              <a:rect r="r" b="b" t="t" l="l"/>
              <a:pathLst>
                <a:path h="2448174" w="2446407">
                  <a:moveTo>
                    <a:pt x="0" y="0"/>
                  </a:moveTo>
                  <a:lnTo>
                    <a:pt x="0" y="2448173"/>
                  </a:lnTo>
                  <a:lnTo>
                    <a:pt x="2446407" y="2448173"/>
                  </a:lnTo>
                  <a:lnTo>
                    <a:pt x="244640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420587" y="3540577"/>
            <a:ext cx="15127910" cy="502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5"/>
              </a:lnSpc>
            </a:pPr>
            <a:r>
              <a:rPr lang="en-US" sz="286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Scanned documents are an integral part of modern digital communication in legal, academic, and organizational environments. During the scanning process, each scanner device introduces subtle hardware-dependent artifacts due to variations in sensors, optics, and illumination mechanisms. Although these artifacts are not visible to the human eye, they remain embedded within the scanned image.</a:t>
            </a:r>
          </a:p>
          <a:p>
            <a:pPr algn="just">
              <a:lnSpc>
                <a:spcPts val="3985"/>
              </a:lnSpc>
            </a:pPr>
            <a:r>
              <a:rPr lang="en-US" sz="2869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Forensic analysis of these hidden patterns enables the identification of the scanner device used to digitize a document. The TraceFinder project focuses on leveraging image processing and machine learning techniques to analyze these scanner-specific characteristics and support reliable document source identification.</a:t>
            </a:r>
          </a:p>
          <a:p>
            <a:pPr algn="just">
              <a:lnSpc>
                <a:spcPts val="398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425828" y="1678829"/>
            <a:ext cx="9488557" cy="160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50" y="9454667"/>
            <a:ext cx="2933843" cy="512940"/>
            <a:chOff x="0" y="0"/>
            <a:chExt cx="2933840" cy="5129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6548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70306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4064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77822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81580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2806827" cy="385953"/>
            </a:xfrm>
            <a:custGeom>
              <a:avLst/>
              <a:gdLst/>
              <a:ahLst/>
              <a:cxnLst/>
              <a:rect r="r" b="b" t="t" l="l"/>
              <a:pathLst>
                <a:path h="385953" w="2806827">
                  <a:moveTo>
                    <a:pt x="0" y="385953"/>
                  </a:moveTo>
                  <a:lnTo>
                    <a:pt x="2806827" y="385953"/>
                  </a:lnTo>
                  <a:lnTo>
                    <a:pt x="2806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253054" y="9454667"/>
            <a:ext cx="2933843" cy="512940"/>
            <a:chOff x="0" y="0"/>
            <a:chExt cx="2933840" cy="5129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6548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70306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74064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77822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481580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5" y="0"/>
                    <a:pt x="167513" y="1270"/>
                    <a:pt x="155194" y="3683"/>
                  </a:cubicBezTo>
                  <a:cubicBezTo>
                    <a:pt x="142875" y="6096"/>
                    <a:pt x="130682" y="9779"/>
                    <a:pt x="118998" y="14605"/>
                  </a:cubicBezTo>
                  <a:cubicBezTo>
                    <a:pt x="107314" y="19431"/>
                    <a:pt x="96138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4" y="118999"/>
                  </a:cubicBezTo>
                  <a:cubicBezTo>
                    <a:pt x="9779" y="130683"/>
                    <a:pt x="6095" y="142748"/>
                    <a:pt x="3682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2" y="230378"/>
                  </a:cubicBezTo>
                  <a:cubicBezTo>
                    <a:pt x="6095" y="242697"/>
                    <a:pt x="9779" y="254889"/>
                    <a:pt x="14604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0" y="320294"/>
                    <a:pt x="56388" y="329184"/>
                  </a:cubicBezTo>
                  <a:cubicBezTo>
                    <a:pt x="65404" y="338074"/>
                    <a:pt x="75057" y="346202"/>
                    <a:pt x="85598" y="353187"/>
                  </a:cubicBezTo>
                  <a:cubicBezTo>
                    <a:pt x="96138" y="360172"/>
                    <a:pt x="107314" y="366141"/>
                    <a:pt x="118998" y="370967"/>
                  </a:cubicBezTo>
                  <a:cubicBezTo>
                    <a:pt x="130682" y="375793"/>
                    <a:pt x="142748" y="379476"/>
                    <a:pt x="155194" y="381889"/>
                  </a:cubicBezTo>
                  <a:cubicBezTo>
                    <a:pt x="167639" y="384302"/>
                    <a:pt x="180213" y="385572"/>
                    <a:pt x="192785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8" y="375793"/>
                    <a:pt x="266573" y="370967"/>
                  </a:cubicBezTo>
                  <a:cubicBezTo>
                    <a:pt x="278257" y="366141"/>
                    <a:pt x="289432" y="360172"/>
                    <a:pt x="299973" y="353187"/>
                  </a:cubicBezTo>
                  <a:cubicBezTo>
                    <a:pt x="310514" y="346202"/>
                    <a:pt x="320294" y="338201"/>
                    <a:pt x="329184" y="329184"/>
                  </a:cubicBezTo>
                  <a:cubicBezTo>
                    <a:pt x="338073" y="320167"/>
                    <a:pt x="346201" y="310515"/>
                    <a:pt x="353187" y="299974"/>
                  </a:cubicBezTo>
                  <a:cubicBezTo>
                    <a:pt x="360172" y="289433"/>
                    <a:pt x="366141" y="278257"/>
                    <a:pt x="370966" y="266573"/>
                  </a:cubicBezTo>
                  <a:cubicBezTo>
                    <a:pt x="375792" y="254889"/>
                    <a:pt x="379476" y="242824"/>
                    <a:pt x="381888" y="230378"/>
                  </a:cubicBezTo>
                  <a:cubicBezTo>
                    <a:pt x="384301" y="217932"/>
                    <a:pt x="385572" y="205359"/>
                    <a:pt x="385572" y="192786"/>
                  </a:cubicBezTo>
                  <a:cubicBezTo>
                    <a:pt x="385572" y="180213"/>
                    <a:pt x="384301" y="167513"/>
                    <a:pt x="381888" y="155194"/>
                  </a:cubicBezTo>
                  <a:cubicBezTo>
                    <a:pt x="379476" y="142875"/>
                    <a:pt x="375792" y="130683"/>
                    <a:pt x="370966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1" y="75057"/>
                    <a:pt x="338201" y="65278"/>
                    <a:pt x="329184" y="56388"/>
                  </a:cubicBezTo>
                  <a:cubicBezTo>
                    <a:pt x="320166" y="47498"/>
                    <a:pt x="310514" y="39370"/>
                    <a:pt x="299973" y="32385"/>
                  </a:cubicBezTo>
                  <a:cubicBezTo>
                    <a:pt x="289432" y="25400"/>
                    <a:pt x="278257" y="19431"/>
                    <a:pt x="266573" y="14605"/>
                  </a:cubicBezTo>
                  <a:cubicBezTo>
                    <a:pt x="254888" y="9779"/>
                    <a:pt x="242823" y="6096"/>
                    <a:pt x="230378" y="3683"/>
                  </a:cubicBezTo>
                  <a:cubicBezTo>
                    <a:pt x="217932" y="1270"/>
                    <a:pt x="205612" y="0"/>
                    <a:pt x="193039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2806826" cy="385953"/>
            </a:xfrm>
            <a:custGeom>
              <a:avLst/>
              <a:gdLst/>
              <a:ahLst/>
              <a:cxnLst/>
              <a:rect r="r" b="b" t="t" l="l"/>
              <a:pathLst>
                <a:path h="385953" w="2806826">
                  <a:moveTo>
                    <a:pt x="0" y="385953"/>
                  </a:moveTo>
                  <a:lnTo>
                    <a:pt x="2806826" y="385953"/>
                  </a:lnTo>
                  <a:lnTo>
                    <a:pt x="28068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-130845" y="-357840"/>
            <a:ext cx="6477476" cy="4285155"/>
            <a:chOff x="0" y="0"/>
            <a:chExt cx="6477483" cy="42851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6548" y="2201165"/>
              <a:ext cx="1281304" cy="1637838"/>
            </a:xfrm>
            <a:custGeom>
              <a:avLst/>
              <a:gdLst/>
              <a:ahLst/>
              <a:cxnLst/>
              <a:rect r="r" b="b" t="t" l="l"/>
              <a:pathLst>
                <a:path h="1637838" w="1281304">
                  <a:moveTo>
                    <a:pt x="0" y="0"/>
                  </a:moveTo>
                  <a:lnTo>
                    <a:pt x="0" y="1637837"/>
                  </a:lnTo>
                  <a:lnTo>
                    <a:pt x="1281304" y="818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6548" y="73649"/>
              <a:ext cx="5920236" cy="2957047"/>
            </a:xfrm>
            <a:custGeom>
              <a:avLst/>
              <a:gdLst/>
              <a:ahLst/>
              <a:cxnLst/>
              <a:rect r="r" b="b" t="t" l="l"/>
              <a:pathLst>
                <a:path h="2957047" w="5920236">
                  <a:moveTo>
                    <a:pt x="0" y="0"/>
                  </a:moveTo>
                  <a:lnTo>
                    <a:pt x="0" y="2129202"/>
                  </a:lnTo>
                  <a:lnTo>
                    <a:pt x="1283336" y="2957046"/>
                  </a:lnTo>
                  <a:lnTo>
                    <a:pt x="5920236" y="0"/>
                  </a:ln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062479" y="73649"/>
              <a:ext cx="1924814" cy="620531"/>
            </a:xfrm>
            <a:custGeom>
              <a:avLst/>
              <a:gdLst/>
              <a:ahLst/>
              <a:cxnLst/>
              <a:rect r="r" b="b" t="t" l="l"/>
              <a:pathLst>
                <a:path h="620531" w="1924814">
                  <a:moveTo>
                    <a:pt x="0" y="0"/>
                  </a:moveTo>
                  <a:lnTo>
                    <a:pt x="953263" y="620531"/>
                  </a:lnTo>
                  <a:lnTo>
                    <a:pt x="1924813" y="0"/>
                  </a:ln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43279" y="4079906"/>
              <a:ext cx="121920" cy="134928"/>
            </a:xfrm>
            <a:custGeom>
              <a:avLst/>
              <a:gdLst/>
              <a:ahLst/>
              <a:cxnLst/>
              <a:rect r="r" b="b" t="t" l="l"/>
              <a:pathLst>
                <a:path h="134928" w="121920">
                  <a:moveTo>
                    <a:pt x="121920" y="67464"/>
                  </a:moveTo>
                  <a:cubicBezTo>
                    <a:pt x="121920" y="71962"/>
                    <a:pt x="121539" y="76319"/>
                    <a:pt x="120777" y="80676"/>
                  </a:cubicBezTo>
                  <a:cubicBezTo>
                    <a:pt x="120016" y="85033"/>
                    <a:pt x="118872" y="89250"/>
                    <a:pt x="117348" y="93326"/>
                  </a:cubicBezTo>
                  <a:cubicBezTo>
                    <a:pt x="115824" y="97402"/>
                    <a:pt x="113919" y="101337"/>
                    <a:pt x="111760" y="104992"/>
                  </a:cubicBezTo>
                  <a:cubicBezTo>
                    <a:pt x="109601" y="108646"/>
                    <a:pt x="107061" y="112159"/>
                    <a:pt x="104141" y="115251"/>
                  </a:cubicBezTo>
                  <a:cubicBezTo>
                    <a:pt x="101219" y="118344"/>
                    <a:pt x="98171" y="121155"/>
                    <a:pt x="94869" y="123685"/>
                  </a:cubicBezTo>
                  <a:cubicBezTo>
                    <a:pt x="91567" y="126215"/>
                    <a:pt x="88011" y="128182"/>
                    <a:pt x="84328" y="129869"/>
                  </a:cubicBezTo>
                  <a:cubicBezTo>
                    <a:pt x="80645" y="131556"/>
                    <a:pt x="76835" y="132821"/>
                    <a:pt x="72898" y="133664"/>
                  </a:cubicBezTo>
                  <a:cubicBezTo>
                    <a:pt x="68961" y="134507"/>
                    <a:pt x="65024" y="134929"/>
                    <a:pt x="60960" y="134929"/>
                  </a:cubicBezTo>
                  <a:cubicBezTo>
                    <a:pt x="56896" y="134929"/>
                    <a:pt x="52960" y="134507"/>
                    <a:pt x="49022" y="133664"/>
                  </a:cubicBezTo>
                  <a:cubicBezTo>
                    <a:pt x="45085" y="132821"/>
                    <a:pt x="41275" y="131556"/>
                    <a:pt x="37592" y="129869"/>
                  </a:cubicBezTo>
                  <a:cubicBezTo>
                    <a:pt x="33910" y="128182"/>
                    <a:pt x="30353" y="126074"/>
                    <a:pt x="27051" y="123685"/>
                  </a:cubicBezTo>
                  <a:cubicBezTo>
                    <a:pt x="23749" y="121295"/>
                    <a:pt x="20701" y="118485"/>
                    <a:pt x="17780" y="115251"/>
                  </a:cubicBezTo>
                  <a:cubicBezTo>
                    <a:pt x="14860" y="112019"/>
                    <a:pt x="12446" y="108646"/>
                    <a:pt x="10160" y="104992"/>
                  </a:cubicBezTo>
                  <a:cubicBezTo>
                    <a:pt x="7874" y="101337"/>
                    <a:pt x="6096" y="97402"/>
                    <a:pt x="4572" y="93326"/>
                  </a:cubicBezTo>
                  <a:cubicBezTo>
                    <a:pt x="3048" y="89250"/>
                    <a:pt x="1905" y="85033"/>
                    <a:pt x="1143" y="80676"/>
                  </a:cubicBezTo>
                  <a:cubicBezTo>
                    <a:pt x="382" y="76319"/>
                    <a:pt x="0" y="71962"/>
                    <a:pt x="0" y="67464"/>
                  </a:cubicBezTo>
                  <a:cubicBezTo>
                    <a:pt x="0" y="62967"/>
                    <a:pt x="382" y="58610"/>
                    <a:pt x="1143" y="54253"/>
                  </a:cubicBezTo>
                  <a:cubicBezTo>
                    <a:pt x="1905" y="49896"/>
                    <a:pt x="3048" y="45679"/>
                    <a:pt x="4572" y="41603"/>
                  </a:cubicBezTo>
                  <a:cubicBezTo>
                    <a:pt x="6096" y="37527"/>
                    <a:pt x="8001" y="33592"/>
                    <a:pt x="10160" y="29937"/>
                  </a:cubicBezTo>
                  <a:cubicBezTo>
                    <a:pt x="12319" y="26283"/>
                    <a:pt x="14860" y="22770"/>
                    <a:pt x="17780" y="19677"/>
                  </a:cubicBezTo>
                  <a:cubicBezTo>
                    <a:pt x="20701" y="16585"/>
                    <a:pt x="23749" y="13774"/>
                    <a:pt x="27051" y="11244"/>
                  </a:cubicBezTo>
                  <a:cubicBezTo>
                    <a:pt x="30353" y="8715"/>
                    <a:pt x="33910" y="6746"/>
                    <a:pt x="37592" y="5060"/>
                  </a:cubicBezTo>
                  <a:cubicBezTo>
                    <a:pt x="41275" y="3373"/>
                    <a:pt x="45085" y="2108"/>
                    <a:pt x="49022" y="1265"/>
                  </a:cubicBezTo>
                  <a:cubicBezTo>
                    <a:pt x="52960" y="422"/>
                    <a:pt x="56896" y="0"/>
                    <a:pt x="60960" y="0"/>
                  </a:cubicBezTo>
                  <a:cubicBezTo>
                    <a:pt x="65024" y="0"/>
                    <a:pt x="68961" y="422"/>
                    <a:pt x="72898" y="1265"/>
                  </a:cubicBezTo>
                  <a:cubicBezTo>
                    <a:pt x="76835" y="2108"/>
                    <a:pt x="80645" y="3373"/>
                    <a:pt x="84328" y="5060"/>
                  </a:cubicBezTo>
                  <a:cubicBezTo>
                    <a:pt x="88011" y="6746"/>
                    <a:pt x="91567" y="8855"/>
                    <a:pt x="94869" y="11244"/>
                  </a:cubicBezTo>
                  <a:cubicBezTo>
                    <a:pt x="98171" y="13634"/>
                    <a:pt x="101219" y="16444"/>
                    <a:pt x="104141" y="19677"/>
                  </a:cubicBezTo>
                  <a:cubicBezTo>
                    <a:pt x="107061" y="22910"/>
                    <a:pt x="109474" y="26283"/>
                    <a:pt x="111760" y="29937"/>
                  </a:cubicBezTo>
                  <a:cubicBezTo>
                    <a:pt x="114046" y="33592"/>
                    <a:pt x="115824" y="37527"/>
                    <a:pt x="117348" y="41603"/>
                  </a:cubicBezTo>
                  <a:cubicBezTo>
                    <a:pt x="118872" y="45679"/>
                    <a:pt x="120016" y="49896"/>
                    <a:pt x="120777" y="54253"/>
                  </a:cubicBezTo>
                  <a:cubicBezTo>
                    <a:pt x="121539" y="58610"/>
                    <a:pt x="121920" y="62967"/>
                    <a:pt x="121920" y="67464"/>
                  </a:cubicBezTo>
                  <a:close/>
                </a:path>
              </a:pathLst>
            </a:custGeom>
            <a:solidFill>
              <a:srgbClr val="34343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6548" y="73649"/>
              <a:ext cx="6347464" cy="3930923"/>
            </a:xfrm>
            <a:custGeom>
              <a:avLst/>
              <a:gdLst/>
              <a:ahLst/>
              <a:cxnLst/>
              <a:rect r="r" b="b" t="t" l="l"/>
              <a:pathLst>
                <a:path h="3930923" w="6347464">
                  <a:moveTo>
                    <a:pt x="0" y="0"/>
                  </a:moveTo>
                  <a:lnTo>
                    <a:pt x="0" y="3930922"/>
                  </a:lnTo>
                  <a:lnTo>
                    <a:pt x="6347464" y="3930922"/>
                  </a:lnTo>
                  <a:lnTo>
                    <a:pt x="634746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332049" y="9454667"/>
            <a:ext cx="2933843" cy="512940"/>
            <a:chOff x="0" y="0"/>
            <a:chExt cx="2933840" cy="51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6548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70306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274064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77822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6" y="0"/>
                    <a:pt x="167513" y="1270"/>
                    <a:pt x="155194" y="3683"/>
                  </a:cubicBezTo>
                  <a:cubicBezTo>
                    <a:pt x="142875" y="6096"/>
                    <a:pt x="130683" y="9779"/>
                    <a:pt x="118999" y="14605"/>
                  </a:cubicBezTo>
                  <a:cubicBezTo>
                    <a:pt x="107315" y="19431"/>
                    <a:pt x="96139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5" y="118999"/>
                  </a:cubicBezTo>
                  <a:cubicBezTo>
                    <a:pt x="9779" y="130683"/>
                    <a:pt x="6096" y="142748"/>
                    <a:pt x="3683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3" y="230378"/>
                  </a:cubicBezTo>
                  <a:cubicBezTo>
                    <a:pt x="6096" y="242697"/>
                    <a:pt x="9779" y="254889"/>
                    <a:pt x="14605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1" y="320294"/>
                    <a:pt x="56388" y="329184"/>
                  </a:cubicBezTo>
                  <a:cubicBezTo>
                    <a:pt x="65405" y="338074"/>
                    <a:pt x="75057" y="346202"/>
                    <a:pt x="85598" y="353187"/>
                  </a:cubicBezTo>
                  <a:cubicBezTo>
                    <a:pt x="96139" y="360172"/>
                    <a:pt x="107315" y="366141"/>
                    <a:pt x="118999" y="370967"/>
                  </a:cubicBezTo>
                  <a:cubicBezTo>
                    <a:pt x="130683" y="375793"/>
                    <a:pt x="142748" y="379476"/>
                    <a:pt x="155194" y="381889"/>
                  </a:cubicBezTo>
                  <a:cubicBezTo>
                    <a:pt x="167640" y="384302"/>
                    <a:pt x="180213" y="385572"/>
                    <a:pt x="192786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9" y="375793"/>
                    <a:pt x="266573" y="370967"/>
                  </a:cubicBezTo>
                  <a:cubicBezTo>
                    <a:pt x="278257" y="366141"/>
                    <a:pt x="289433" y="360172"/>
                    <a:pt x="299974" y="353187"/>
                  </a:cubicBezTo>
                  <a:cubicBezTo>
                    <a:pt x="310515" y="346202"/>
                    <a:pt x="320294" y="338201"/>
                    <a:pt x="329184" y="329184"/>
                  </a:cubicBezTo>
                  <a:cubicBezTo>
                    <a:pt x="338074" y="320167"/>
                    <a:pt x="346202" y="310515"/>
                    <a:pt x="353187" y="299974"/>
                  </a:cubicBezTo>
                  <a:cubicBezTo>
                    <a:pt x="360172" y="289433"/>
                    <a:pt x="366141" y="278257"/>
                    <a:pt x="370967" y="266573"/>
                  </a:cubicBezTo>
                  <a:cubicBezTo>
                    <a:pt x="375793" y="254889"/>
                    <a:pt x="379476" y="242824"/>
                    <a:pt x="381889" y="230378"/>
                  </a:cubicBezTo>
                  <a:cubicBezTo>
                    <a:pt x="384302" y="217932"/>
                    <a:pt x="385572" y="205359"/>
                    <a:pt x="385572" y="192786"/>
                  </a:cubicBezTo>
                  <a:cubicBezTo>
                    <a:pt x="385572" y="180213"/>
                    <a:pt x="384302" y="167513"/>
                    <a:pt x="381889" y="155194"/>
                  </a:cubicBezTo>
                  <a:cubicBezTo>
                    <a:pt x="379476" y="142875"/>
                    <a:pt x="375793" y="130683"/>
                    <a:pt x="370967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2" y="75057"/>
                    <a:pt x="338201" y="65278"/>
                    <a:pt x="329184" y="56388"/>
                  </a:cubicBezTo>
                  <a:cubicBezTo>
                    <a:pt x="320167" y="47498"/>
                    <a:pt x="310515" y="39370"/>
                    <a:pt x="299974" y="32385"/>
                  </a:cubicBezTo>
                  <a:cubicBezTo>
                    <a:pt x="289433" y="25400"/>
                    <a:pt x="278257" y="19431"/>
                    <a:pt x="266573" y="14605"/>
                  </a:cubicBezTo>
                  <a:cubicBezTo>
                    <a:pt x="254889" y="9779"/>
                    <a:pt x="242824" y="6096"/>
                    <a:pt x="230378" y="3683"/>
                  </a:cubicBezTo>
                  <a:cubicBezTo>
                    <a:pt x="217932" y="1270"/>
                    <a:pt x="205613" y="0"/>
                    <a:pt x="19304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481580" y="6350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192659" y="0"/>
                  </a:moveTo>
                  <a:cubicBezTo>
                    <a:pt x="180085" y="0"/>
                    <a:pt x="167513" y="1270"/>
                    <a:pt x="155194" y="3683"/>
                  </a:cubicBezTo>
                  <a:cubicBezTo>
                    <a:pt x="142875" y="6096"/>
                    <a:pt x="130682" y="9779"/>
                    <a:pt x="118998" y="14605"/>
                  </a:cubicBezTo>
                  <a:cubicBezTo>
                    <a:pt x="107314" y="19431"/>
                    <a:pt x="96138" y="25400"/>
                    <a:pt x="85598" y="32385"/>
                  </a:cubicBezTo>
                  <a:cubicBezTo>
                    <a:pt x="75057" y="39370"/>
                    <a:pt x="65278" y="47371"/>
                    <a:pt x="56388" y="56388"/>
                  </a:cubicBezTo>
                  <a:cubicBezTo>
                    <a:pt x="47498" y="65405"/>
                    <a:pt x="39370" y="75057"/>
                    <a:pt x="32385" y="85598"/>
                  </a:cubicBezTo>
                  <a:cubicBezTo>
                    <a:pt x="25400" y="96139"/>
                    <a:pt x="19431" y="107315"/>
                    <a:pt x="14604" y="118999"/>
                  </a:cubicBezTo>
                  <a:cubicBezTo>
                    <a:pt x="9779" y="130683"/>
                    <a:pt x="6095" y="142748"/>
                    <a:pt x="3682" y="155194"/>
                  </a:cubicBezTo>
                  <a:cubicBezTo>
                    <a:pt x="1270" y="167640"/>
                    <a:pt x="0" y="180213"/>
                    <a:pt x="0" y="192786"/>
                  </a:cubicBezTo>
                  <a:cubicBezTo>
                    <a:pt x="0" y="205359"/>
                    <a:pt x="1270" y="218059"/>
                    <a:pt x="3682" y="230378"/>
                  </a:cubicBezTo>
                  <a:cubicBezTo>
                    <a:pt x="6095" y="242697"/>
                    <a:pt x="9779" y="254889"/>
                    <a:pt x="14604" y="266573"/>
                  </a:cubicBezTo>
                  <a:cubicBezTo>
                    <a:pt x="19431" y="278257"/>
                    <a:pt x="25400" y="289433"/>
                    <a:pt x="32385" y="299974"/>
                  </a:cubicBezTo>
                  <a:cubicBezTo>
                    <a:pt x="39370" y="310515"/>
                    <a:pt x="47370" y="320294"/>
                    <a:pt x="56388" y="329184"/>
                  </a:cubicBezTo>
                  <a:cubicBezTo>
                    <a:pt x="65404" y="338074"/>
                    <a:pt x="75057" y="346202"/>
                    <a:pt x="85598" y="353187"/>
                  </a:cubicBezTo>
                  <a:cubicBezTo>
                    <a:pt x="96138" y="360172"/>
                    <a:pt x="107314" y="366141"/>
                    <a:pt x="118998" y="370967"/>
                  </a:cubicBezTo>
                  <a:cubicBezTo>
                    <a:pt x="130682" y="375793"/>
                    <a:pt x="142748" y="379476"/>
                    <a:pt x="155194" y="381889"/>
                  </a:cubicBezTo>
                  <a:cubicBezTo>
                    <a:pt x="167639" y="384302"/>
                    <a:pt x="180213" y="385572"/>
                    <a:pt x="192785" y="385572"/>
                  </a:cubicBezTo>
                  <a:cubicBezTo>
                    <a:pt x="205359" y="385572"/>
                    <a:pt x="218059" y="384302"/>
                    <a:pt x="230378" y="381889"/>
                  </a:cubicBezTo>
                  <a:cubicBezTo>
                    <a:pt x="242697" y="379476"/>
                    <a:pt x="254888" y="375793"/>
                    <a:pt x="266573" y="370967"/>
                  </a:cubicBezTo>
                  <a:cubicBezTo>
                    <a:pt x="278257" y="366141"/>
                    <a:pt x="289432" y="360172"/>
                    <a:pt x="299973" y="353187"/>
                  </a:cubicBezTo>
                  <a:cubicBezTo>
                    <a:pt x="310514" y="346202"/>
                    <a:pt x="320294" y="338201"/>
                    <a:pt x="329184" y="329184"/>
                  </a:cubicBezTo>
                  <a:cubicBezTo>
                    <a:pt x="338073" y="320167"/>
                    <a:pt x="346201" y="310515"/>
                    <a:pt x="353187" y="299974"/>
                  </a:cubicBezTo>
                  <a:cubicBezTo>
                    <a:pt x="360172" y="289433"/>
                    <a:pt x="366141" y="278257"/>
                    <a:pt x="370966" y="266573"/>
                  </a:cubicBezTo>
                  <a:cubicBezTo>
                    <a:pt x="375792" y="254889"/>
                    <a:pt x="379476" y="242824"/>
                    <a:pt x="381888" y="230378"/>
                  </a:cubicBezTo>
                  <a:cubicBezTo>
                    <a:pt x="384301" y="217932"/>
                    <a:pt x="385572" y="205359"/>
                    <a:pt x="385572" y="192786"/>
                  </a:cubicBezTo>
                  <a:cubicBezTo>
                    <a:pt x="385572" y="180213"/>
                    <a:pt x="384301" y="167513"/>
                    <a:pt x="381888" y="155194"/>
                  </a:cubicBezTo>
                  <a:cubicBezTo>
                    <a:pt x="379476" y="142875"/>
                    <a:pt x="375792" y="130683"/>
                    <a:pt x="370966" y="118999"/>
                  </a:cubicBezTo>
                  <a:cubicBezTo>
                    <a:pt x="366141" y="107315"/>
                    <a:pt x="360172" y="96139"/>
                    <a:pt x="353187" y="85598"/>
                  </a:cubicBezTo>
                  <a:cubicBezTo>
                    <a:pt x="346201" y="75057"/>
                    <a:pt x="338201" y="65278"/>
                    <a:pt x="329184" y="56388"/>
                  </a:cubicBezTo>
                  <a:cubicBezTo>
                    <a:pt x="320166" y="47498"/>
                    <a:pt x="310514" y="39370"/>
                    <a:pt x="299973" y="32385"/>
                  </a:cubicBezTo>
                  <a:cubicBezTo>
                    <a:pt x="289432" y="25400"/>
                    <a:pt x="278257" y="19431"/>
                    <a:pt x="266573" y="14605"/>
                  </a:cubicBezTo>
                  <a:cubicBezTo>
                    <a:pt x="254888" y="9779"/>
                    <a:pt x="242823" y="6096"/>
                    <a:pt x="230378" y="3683"/>
                  </a:cubicBezTo>
                  <a:cubicBezTo>
                    <a:pt x="217932" y="1270"/>
                    <a:pt x="205612" y="0"/>
                    <a:pt x="193039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2806826" cy="385953"/>
            </a:xfrm>
            <a:custGeom>
              <a:avLst/>
              <a:gdLst/>
              <a:ahLst/>
              <a:cxnLst/>
              <a:rect r="r" b="b" t="t" l="l"/>
              <a:pathLst>
                <a:path h="385953" w="2806826">
                  <a:moveTo>
                    <a:pt x="0" y="385953"/>
                  </a:moveTo>
                  <a:lnTo>
                    <a:pt x="2806826" y="385953"/>
                  </a:lnTo>
                  <a:lnTo>
                    <a:pt x="28068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9411052" y="6324476"/>
            <a:ext cx="8940451" cy="4026017"/>
          </a:xfrm>
          <a:custGeom>
            <a:avLst/>
            <a:gdLst/>
            <a:ahLst/>
            <a:cxnLst/>
            <a:rect r="r" b="b" t="t" l="l"/>
            <a:pathLst>
              <a:path h="4026017" w="8940451">
                <a:moveTo>
                  <a:pt x="0" y="0"/>
                </a:moveTo>
                <a:lnTo>
                  <a:pt x="8940451" y="0"/>
                </a:lnTo>
                <a:lnTo>
                  <a:pt x="8940451" y="4026018"/>
                </a:lnTo>
                <a:lnTo>
                  <a:pt x="0" y="4026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57071" y="3411171"/>
            <a:ext cx="12559987" cy="432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6559" indent="-338280" lvl="1">
              <a:lnSpc>
                <a:spcPts val="4951"/>
              </a:lnSpc>
              <a:buFont typeface="Arial"/>
              <a:buChar char="•"/>
            </a:pPr>
            <a:r>
              <a:rPr lang="en-US" sz="3133" spc="3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might we determine the scanner device used to generate a scanned document when scanner metadata is unavailable?</a:t>
            </a:r>
          </a:p>
          <a:p>
            <a:pPr algn="just" marL="676559" indent="-338280" lvl="1">
              <a:lnSpc>
                <a:spcPts val="4951"/>
              </a:lnSpc>
              <a:buFont typeface="Arial"/>
              <a:buChar char="•"/>
            </a:pPr>
            <a:r>
              <a:rPr lang="en-US" sz="3133" spc="3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might we extract and analyze scanner-specific patterns that are imperceptible to human observation?</a:t>
            </a:r>
          </a:p>
          <a:p>
            <a:pPr algn="just" marL="676559" indent="-338280" lvl="1">
              <a:lnSpc>
                <a:spcPts val="4951"/>
              </a:lnSpc>
              <a:buFont typeface="Arial"/>
              <a:buChar char="•"/>
            </a:pPr>
            <a:r>
              <a:rPr lang="en-US" sz="3133" spc="3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might we develop a practical and accessible system for scanner source identification in forensic applications?</a:t>
            </a:r>
          </a:p>
          <a:p>
            <a:pPr algn="just">
              <a:lnSpc>
                <a:spcPts val="495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3928824" y="1416244"/>
            <a:ext cx="12453366" cy="148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26997"/>
            <a:ext cx="3643283" cy="10413997"/>
          </a:xfrm>
          <a:custGeom>
            <a:avLst/>
            <a:gdLst/>
            <a:ahLst/>
            <a:cxnLst/>
            <a:rect r="r" b="b" t="t" l="l"/>
            <a:pathLst>
              <a:path h="10413997" w="3643283">
                <a:moveTo>
                  <a:pt x="0" y="0"/>
                </a:moveTo>
                <a:lnTo>
                  <a:pt x="3643283" y="0"/>
                </a:lnTo>
                <a:lnTo>
                  <a:pt x="3643283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1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6007" y="-63503"/>
            <a:ext cx="3973154" cy="1821828"/>
          </a:xfrm>
          <a:custGeom>
            <a:avLst/>
            <a:gdLst/>
            <a:ahLst/>
            <a:cxnLst/>
            <a:rect r="r" b="b" t="t" l="l"/>
            <a:pathLst>
              <a:path h="1821828" w="3973154">
                <a:moveTo>
                  <a:pt x="0" y="0"/>
                </a:moveTo>
                <a:lnTo>
                  <a:pt x="3973154" y="0"/>
                </a:lnTo>
                <a:lnTo>
                  <a:pt x="3973154" y="1821828"/>
                </a:lnTo>
                <a:lnTo>
                  <a:pt x="0" y="1821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72001" y="2198961"/>
            <a:ext cx="6674634" cy="81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89339" y="3809248"/>
            <a:ext cx="100727" cy="80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28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43283" y="3713765"/>
            <a:ext cx="13322121" cy="455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722" indent="-348861" lvl="1">
              <a:lnSpc>
                <a:spcPts val="6075"/>
              </a:lnSpc>
              <a:buFont typeface="Arial"/>
              <a:buChar char="•"/>
            </a:pPr>
            <a:r>
              <a:rPr lang="en-US" sz="323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analyze scanned document images for scanner-dependent artifacts</a:t>
            </a:r>
          </a:p>
          <a:p>
            <a:pPr algn="l" marL="697722" indent="-348861" lvl="1">
              <a:lnSpc>
                <a:spcPts val="6075"/>
              </a:lnSpc>
              <a:buFont typeface="Arial"/>
              <a:buChar char="•"/>
            </a:pPr>
            <a:r>
              <a:rPr lang="en-US" sz="323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build machine learning and deep learning models for scanner classification</a:t>
            </a:r>
          </a:p>
          <a:p>
            <a:pPr algn="l" marL="697722" indent="-348861" lvl="1">
              <a:lnSpc>
                <a:spcPts val="6075"/>
              </a:lnSpc>
              <a:buFont typeface="Arial"/>
              <a:buChar char="•"/>
            </a:pPr>
            <a:r>
              <a:rPr lang="en-US" sz="323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support multiple scanner devices and scanning resolutions</a:t>
            </a:r>
          </a:p>
          <a:p>
            <a:pPr algn="l" marL="697722" indent="-348861" lvl="1">
              <a:lnSpc>
                <a:spcPts val="6075"/>
              </a:lnSpc>
              <a:buFont typeface="Arial"/>
              <a:buChar char="•"/>
            </a:pPr>
            <a:r>
              <a:rPr lang="en-US" sz="323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assess system performance using standard evaluation metrics</a:t>
            </a:r>
          </a:p>
          <a:p>
            <a:pPr algn="l" marL="697722" indent="-348861" lvl="1">
              <a:lnSpc>
                <a:spcPts val="6075"/>
              </a:lnSpc>
              <a:buFont typeface="Arial"/>
              <a:buChar char="•"/>
            </a:pPr>
            <a:r>
              <a:rPr lang="en-US" sz="3231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deploy a usable application for forensic scanner identification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1918" y="-66551"/>
            <a:ext cx="5210023" cy="2532707"/>
            <a:chOff x="0" y="0"/>
            <a:chExt cx="5210017" cy="2532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4909" y="66548"/>
              <a:ext cx="3689715" cy="2398780"/>
            </a:xfrm>
            <a:custGeom>
              <a:avLst/>
              <a:gdLst/>
              <a:ahLst/>
              <a:cxnLst/>
              <a:rect r="r" b="b" t="t" l="l"/>
              <a:pathLst>
                <a:path h="2398780" w="3689715">
                  <a:moveTo>
                    <a:pt x="102817" y="0"/>
                  </a:moveTo>
                  <a:cubicBezTo>
                    <a:pt x="94509" y="23241"/>
                    <a:pt x="86849" y="46482"/>
                    <a:pt x="79450" y="69977"/>
                  </a:cubicBezTo>
                  <a:cubicBezTo>
                    <a:pt x="70622" y="98298"/>
                    <a:pt x="62573" y="126746"/>
                    <a:pt x="55303" y="155321"/>
                  </a:cubicBezTo>
                  <a:cubicBezTo>
                    <a:pt x="48034" y="183896"/>
                    <a:pt x="41283" y="212852"/>
                    <a:pt x="35441" y="241809"/>
                  </a:cubicBezTo>
                  <a:cubicBezTo>
                    <a:pt x="29599" y="270765"/>
                    <a:pt x="24406" y="299848"/>
                    <a:pt x="19993" y="329058"/>
                  </a:cubicBezTo>
                  <a:cubicBezTo>
                    <a:pt x="15579" y="358268"/>
                    <a:pt x="11814" y="387605"/>
                    <a:pt x="8958" y="416942"/>
                  </a:cubicBezTo>
                  <a:cubicBezTo>
                    <a:pt x="6102" y="446279"/>
                    <a:pt x="3765" y="475743"/>
                    <a:pt x="2337" y="505334"/>
                  </a:cubicBezTo>
                  <a:cubicBezTo>
                    <a:pt x="909" y="534925"/>
                    <a:pt x="0" y="564389"/>
                    <a:pt x="0" y="593980"/>
                  </a:cubicBezTo>
                  <a:cubicBezTo>
                    <a:pt x="0" y="623571"/>
                    <a:pt x="779" y="653035"/>
                    <a:pt x="2207" y="682499"/>
                  </a:cubicBezTo>
                  <a:cubicBezTo>
                    <a:pt x="3635" y="711963"/>
                    <a:pt x="5972" y="741427"/>
                    <a:pt x="8828" y="770891"/>
                  </a:cubicBezTo>
                  <a:cubicBezTo>
                    <a:pt x="11684" y="800355"/>
                    <a:pt x="15449" y="829566"/>
                    <a:pt x="19863" y="858776"/>
                  </a:cubicBezTo>
                  <a:cubicBezTo>
                    <a:pt x="24277" y="887986"/>
                    <a:pt x="29469" y="917069"/>
                    <a:pt x="35311" y="946025"/>
                  </a:cubicBezTo>
                  <a:cubicBezTo>
                    <a:pt x="41153" y="974981"/>
                    <a:pt x="47774" y="1003810"/>
                    <a:pt x="55174" y="1032512"/>
                  </a:cubicBezTo>
                  <a:cubicBezTo>
                    <a:pt x="62573" y="1061214"/>
                    <a:pt x="70622" y="1089662"/>
                    <a:pt x="79320" y="1117856"/>
                  </a:cubicBezTo>
                  <a:cubicBezTo>
                    <a:pt x="88018" y="1146050"/>
                    <a:pt x="97495" y="1174117"/>
                    <a:pt x="107750" y="1201930"/>
                  </a:cubicBezTo>
                  <a:cubicBezTo>
                    <a:pt x="118006" y="1229743"/>
                    <a:pt x="128781" y="1257302"/>
                    <a:pt x="140335" y="1284607"/>
                  </a:cubicBezTo>
                  <a:cubicBezTo>
                    <a:pt x="151889" y="1311912"/>
                    <a:pt x="164092" y="1338836"/>
                    <a:pt x="177074" y="1365633"/>
                  </a:cubicBezTo>
                  <a:cubicBezTo>
                    <a:pt x="190055" y="1392430"/>
                    <a:pt x="203557" y="1418719"/>
                    <a:pt x="217837" y="1444755"/>
                  </a:cubicBezTo>
                  <a:cubicBezTo>
                    <a:pt x="232117" y="1470790"/>
                    <a:pt x="246916" y="1496444"/>
                    <a:pt x="262494" y="1521844"/>
                  </a:cubicBezTo>
                  <a:cubicBezTo>
                    <a:pt x="278073" y="1547244"/>
                    <a:pt x="294170" y="1572136"/>
                    <a:pt x="310917" y="1596647"/>
                  </a:cubicBezTo>
                  <a:cubicBezTo>
                    <a:pt x="327664" y="1621158"/>
                    <a:pt x="345059" y="1645415"/>
                    <a:pt x="363104" y="1669037"/>
                  </a:cubicBezTo>
                  <a:cubicBezTo>
                    <a:pt x="381149" y="1692659"/>
                    <a:pt x="399713" y="1716027"/>
                    <a:pt x="418797" y="1738887"/>
                  </a:cubicBezTo>
                  <a:cubicBezTo>
                    <a:pt x="437880" y="1761747"/>
                    <a:pt x="457612" y="1784099"/>
                    <a:pt x="477994" y="1805943"/>
                  </a:cubicBezTo>
                  <a:cubicBezTo>
                    <a:pt x="498376" y="1827787"/>
                    <a:pt x="519147" y="1849250"/>
                    <a:pt x="540437" y="1870078"/>
                  </a:cubicBezTo>
                  <a:cubicBezTo>
                    <a:pt x="561727" y="1890906"/>
                    <a:pt x="583667" y="1911353"/>
                    <a:pt x="605995" y="1931166"/>
                  </a:cubicBezTo>
                  <a:cubicBezTo>
                    <a:pt x="628324" y="1950977"/>
                    <a:pt x="651172" y="1970282"/>
                    <a:pt x="674540" y="1989077"/>
                  </a:cubicBezTo>
                  <a:cubicBezTo>
                    <a:pt x="697907" y="2007873"/>
                    <a:pt x="721664" y="2026035"/>
                    <a:pt x="745940" y="2043561"/>
                  </a:cubicBezTo>
                  <a:cubicBezTo>
                    <a:pt x="770217" y="2061087"/>
                    <a:pt x="794882" y="2078105"/>
                    <a:pt x="819937" y="2094615"/>
                  </a:cubicBezTo>
                  <a:cubicBezTo>
                    <a:pt x="844992" y="2111125"/>
                    <a:pt x="870567" y="2126873"/>
                    <a:pt x="896401" y="2141986"/>
                  </a:cubicBezTo>
                  <a:cubicBezTo>
                    <a:pt x="922235" y="2157099"/>
                    <a:pt x="948588" y="2171704"/>
                    <a:pt x="975201" y="2185674"/>
                  </a:cubicBezTo>
                  <a:cubicBezTo>
                    <a:pt x="1001814" y="2199644"/>
                    <a:pt x="1028816" y="2212852"/>
                    <a:pt x="1056078" y="2225552"/>
                  </a:cubicBezTo>
                  <a:cubicBezTo>
                    <a:pt x="1083340" y="2238252"/>
                    <a:pt x="1110991" y="2250190"/>
                    <a:pt x="1138903" y="2261493"/>
                  </a:cubicBezTo>
                  <a:cubicBezTo>
                    <a:pt x="1166813" y="2272796"/>
                    <a:pt x="1194984" y="2283464"/>
                    <a:pt x="1223415" y="2293370"/>
                  </a:cubicBezTo>
                  <a:cubicBezTo>
                    <a:pt x="1251845" y="2303276"/>
                    <a:pt x="1280535" y="2312547"/>
                    <a:pt x="1309355" y="2321183"/>
                  </a:cubicBezTo>
                  <a:cubicBezTo>
                    <a:pt x="1338175" y="2329819"/>
                    <a:pt x="1367384" y="2337693"/>
                    <a:pt x="1396593" y="2344805"/>
                  </a:cubicBezTo>
                  <a:cubicBezTo>
                    <a:pt x="1425802" y="2351917"/>
                    <a:pt x="1455401" y="2358394"/>
                    <a:pt x="1485000" y="2364236"/>
                  </a:cubicBezTo>
                  <a:cubicBezTo>
                    <a:pt x="1514599" y="2370078"/>
                    <a:pt x="1544327" y="2375031"/>
                    <a:pt x="1574186" y="2379349"/>
                  </a:cubicBezTo>
                  <a:cubicBezTo>
                    <a:pt x="1604044" y="2383667"/>
                    <a:pt x="1634032" y="2387350"/>
                    <a:pt x="1664020" y="2390144"/>
                  </a:cubicBezTo>
                  <a:cubicBezTo>
                    <a:pt x="1694008" y="2392938"/>
                    <a:pt x="1724126" y="2395224"/>
                    <a:pt x="1754374" y="2396621"/>
                  </a:cubicBezTo>
                  <a:cubicBezTo>
                    <a:pt x="1784622" y="2398018"/>
                    <a:pt x="1814740" y="2398780"/>
                    <a:pt x="1844858" y="2398780"/>
                  </a:cubicBezTo>
                  <a:cubicBezTo>
                    <a:pt x="1874976" y="2398780"/>
                    <a:pt x="1905224" y="2398018"/>
                    <a:pt x="1935342" y="2396621"/>
                  </a:cubicBezTo>
                  <a:cubicBezTo>
                    <a:pt x="1965460" y="2395224"/>
                    <a:pt x="1995578" y="2392938"/>
                    <a:pt x="2025696" y="2390144"/>
                  </a:cubicBezTo>
                  <a:cubicBezTo>
                    <a:pt x="2055814" y="2387350"/>
                    <a:pt x="2085672" y="2383667"/>
                    <a:pt x="2115531" y="2379349"/>
                  </a:cubicBezTo>
                  <a:cubicBezTo>
                    <a:pt x="2145389" y="2375031"/>
                    <a:pt x="2175118" y="2369951"/>
                    <a:pt x="2204716" y="2364236"/>
                  </a:cubicBezTo>
                  <a:cubicBezTo>
                    <a:pt x="2234315" y="2358521"/>
                    <a:pt x="2263784" y="2352044"/>
                    <a:pt x="2293123" y="2344805"/>
                  </a:cubicBezTo>
                  <a:cubicBezTo>
                    <a:pt x="2322462" y="2337566"/>
                    <a:pt x="2351542" y="2329692"/>
                    <a:pt x="2380361" y="2321183"/>
                  </a:cubicBezTo>
                  <a:cubicBezTo>
                    <a:pt x="2409181" y="2312674"/>
                    <a:pt x="2437871" y="2303403"/>
                    <a:pt x="2466301" y="2293370"/>
                  </a:cubicBezTo>
                  <a:cubicBezTo>
                    <a:pt x="2494732" y="2283337"/>
                    <a:pt x="2522903" y="2272796"/>
                    <a:pt x="2550814" y="2261493"/>
                  </a:cubicBezTo>
                  <a:cubicBezTo>
                    <a:pt x="2578725" y="2250190"/>
                    <a:pt x="2606246" y="2238252"/>
                    <a:pt x="2633638" y="2225552"/>
                  </a:cubicBezTo>
                  <a:cubicBezTo>
                    <a:pt x="2661030" y="2212852"/>
                    <a:pt x="2687903" y="2199644"/>
                    <a:pt x="2714516" y="2185674"/>
                  </a:cubicBezTo>
                  <a:cubicBezTo>
                    <a:pt x="2741128" y="2171704"/>
                    <a:pt x="2767352" y="2157226"/>
                    <a:pt x="2793316" y="2141986"/>
                  </a:cubicBezTo>
                  <a:cubicBezTo>
                    <a:pt x="2819279" y="2126746"/>
                    <a:pt x="2844724" y="2110998"/>
                    <a:pt x="2869779" y="2094615"/>
                  </a:cubicBezTo>
                  <a:cubicBezTo>
                    <a:pt x="2894834" y="2078232"/>
                    <a:pt x="2919629" y="2061214"/>
                    <a:pt x="2943776" y="2043561"/>
                  </a:cubicBezTo>
                  <a:cubicBezTo>
                    <a:pt x="2967922" y="2025908"/>
                    <a:pt x="2991809" y="2007747"/>
                    <a:pt x="3015176" y="1989077"/>
                  </a:cubicBezTo>
                  <a:cubicBezTo>
                    <a:pt x="3038544" y="1970408"/>
                    <a:pt x="3061392" y="1951104"/>
                    <a:pt x="3083721" y="1931166"/>
                  </a:cubicBezTo>
                  <a:cubicBezTo>
                    <a:pt x="3106049" y="1911226"/>
                    <a:pt x="3127989" y="1890906"/>
                    <a:pt x="3149279" y="1870078"/>
                  </a:cubicBezTo>
                  <a:cubicBezTo>
                    <a:pt x="3170569" y="1849250"/>
                    <a:pt x="3191470" y="1827787"/>
                    <a:pt x="3211722" y="1805943"/>
                  </a:cubicBezTo>
                  <a:cubicBezTo>
                    <a:pt x="3231974" y="1784099"/>
                    <a:pt x="3251706" y="1761747"/>
                    <a:pt x="3270920" y="1738887"/>
                  </a:cubicBezTo>
                  <a:cubicBezTo>
                    <a:pt x="3290133" y="1716027"/>
                    <a:pt x="3308697" y="1692786"/>
                    <a:pt x="3326612" y="1669037"/>
                  </a:cubicBezTo>
                  <a:cubicBezTo>
                    <a:pt x="3344527" y="1645288"/>
                    <a:pt x="3361923" y="1621158"/>
                    <a:pt x="3378799" y="1596647"/>
                  </a:cubicBezTo>
                  <a:cubicBezTo>
                    <a:pt x="3395676" y="1572136"/>
                    <a:pt x="3411773" y="1547117"/>
                    <a:pt x="3427222" y="1521844"/>
                  </a:cubicBezTo>
                  <a:cubicBezTo>
                    <a:pt x="3442670" y="1496571"/>
                    <a:pt x="3457599" y="1470790"/>
                    <a:pt x="3471879" y="1444755"/>
                  </a:cubicBezTo>
                  <a:cubicBezTo>
                    <a:pt x="3486160" y="1418719"/>
                    <a:pt x="3499661" y="1392303"/>
                    <a:pt x="3512642" y="1365633"/>
                  </a:cubicBezTo>
                  <a:cubicBezTo>
                    <a:pt x="3525624" y="1338963"/>
                    <a:pt x="3537827" y="1311912"/>
                    <a:pt x="3549381" y="1284607"/>
                  </a:cubicBezTo>
                  <a:cubicBezTo>
                    <a:pt x="3560935" y="1257302"/>
                    <a:pt x="3571840" y="1229743"/>
                    <a:pt x="3581966" y="1201930"/>
                  </a:cubicBezTo>
                  <a:cubicBezTo>
                    <a:pt x="3592092" y="1174117"/>
                    <a:pt x="3601568" y="1146050"/>
                    <a:pt x="3610397" y="1117856"/>
                  </a:cubicBezTo>
                  <a:cubicBezTo>
                    <a:pt x="3619224" y="1089662"/>
                    <a:pt x="3627273" y="1061087"/>
                    <a:pt x="3634543" y="1032512"/>
                  </a:cubicBezTo>
                  <a:cubicBezTo>
                    <a:pt x="3641812" y="1003937"/>
                    <a:pt x="3648433" y="974981"/>
                    <a:pt x="3654405" y="946025"/>
                  </a:cubicBezTo>
                  <a:cubicBezTo>
                    <a:pt x="3660376" y="917069"/>
                    <a:pt x="3665440" y="887986"/>
                    <a:pt x="3669853" y="858776"/>
                  </a:cubicBezTo>
                  <a:cubicBezTo>
                    <a:pt x="3674267" y="829566"/>
                    <a:pt x="3678032" y="800228"/>
                    <a:pt x="3680888" y="770891"/>
                  </a:cubicBezTo>
                  <a:cubicBezTo>
                    <a:pt x="3683744" y="741554"/>
                    <a:pt x="3686081" y="712090"/>
                    <a:pt x="3687508" y="682499"/>
                  </a:cubicBezTo>
                  <a:cubicBezTo>
                    <a:pt x="3688937" y="652908"/>
                    <a:pt x="3689716" y="623444"/>
                    <a:pt x="3689716" y="593980"/>
                  </a:cubicBezTo>
                  <a:cubicBezTo>
                    <a:pt x="3689716" y="564516"/>
                    <a:pt x="3688937" y="534925"/>
                    <a:pt x="3687508" y="505461"/>
                  </a:cubicBezTo>
                  <a:cubicBezTo>
                    <a:pt x="3686081" y="475997"/>
                    <a:pt x="3683744" y="446533"/>
                    <a:pt x="3680888" y="417069"/>
                  </a:cubicBezTo>
                  <a:cubicBezTo>
                    <a:pt x="3678032" y="387605"/>
                    <a:pt x="3674267" y="358395"/>
                    <a:pt x="3669853" y="329185"/>
                  </a:cubicBezTo>
                  <a:cubicBezTo>
                    <a:pt x="3665440" y="299975"/>
                    <a:pt x="3660247" y="270892"/>
                    <a:pt x="3654405" y="241936"/>
                  </a:cubicBezTo>
                  <a:cubicBezTo>
                    <a:pt x="3648563" y="212979"/>
                    <a:pt x="3641942" y="184150"/>
                    <a:pt x="3634543" y="155448"/>
                  </a:cubicBezTo>
                  <a:cubicBezTo>
                    <a:pt x="3627143" y="126746"/>
                    <a:pt x="3619094" y="98298"/>
                    <a:pt x="3610397" y="70104"/>
                  </a:cubicBezTo>
                  <a:cubicBezTo>
                    <a:pt x="3603126" y="46609"/>
                    <a:pt x="3595337" y="23241"/>
                    <a:pt x="3587029" y="127"/>
                  </a:cubicBezTo>
                  <a:close/>
                </a:path>
              </a:pathLst>
            </a:custGeom>
            <a:solidFill>
              <a:srgbClr val="F6F3E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971" y="66548"/>
              <a:ext cx="2945593" cy="2037084"/>
            </a:xfrm>
            <a:custGeom>
              <a:avLst/>
              <a:gdLst/>
              <a:ahLst/>
              <a:cxnLst/>
              <a:rect r="r" b="b" t="t" l="l"/>
              <a:pathLst>
                <a:path h="2037084" w="2945593">
                  <a:moveTo>
                    <a:pt x="131637" y="0"/>
                  </a:moveTo>
                  <a:cubicBezTo>
                    <a:pt x="47125" y="181737"/>
                    <a:pt x="0" y="383668"/>
                    <a:pt x="0" y="596266"/>
                  </a:cubicBezTo>
                  <a:cubicBezTo>
                    <a:pt x="0" y="1392049"/>
                    <a:pt x="659351" y="2037084"/>
                    <a:pt x="1472797" y="2037084"/>
                  </a:cubicBezTo>
                  <a:cubicBezTo>
                    <a:pt x="2286242" y="2037084"/>
                    <a:pt x="2945593" y="1392049"/>
                    <a:pt x="2945593" y="596266"/>
                  </a:cubicBezTo>
                  <a:cubicBezTo>
                    <a:pt x="2945593" y="383541"/>
                    <a:pt x="2898469" y="181737"/>
                    <a:pt x="2813957" y="0"/>
                  </a:cubicBez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98292" y="66548"/>
              <a:ext cx="3443708" cy="1634366"/>
            </a:xfrm>
            <a:custGeom>
              <a:avLst/>
              <a:gdLst/>
              <a:ahLst/>
              <a:cxnLst/>
              <a:rect r="r" b="b" t="t" l="l"/>
              <a:pathLst>
                <a:path h="1634366" w="3443708">
                  <a:moveTo>
                    <a:pt x="1345184" y="0"/>
                  </a:moveTo>
                  <a:cubicBezTo>
                    <a:pt x="1387505" y="140589"/>
                    <a:pt x="1520700" y="243460"/>
                    <a:pt x="1677910" y="243460"/>
                  </a:cubicBezTo>
                  <a:cubicBezTo>
                    <a:pt x="1835121" y="243460"/>
                    <a:pt x="1968185" y="140589"/>
                    <a:pt x="2010637" y="0"/>
                  </a:cubicBezTo>
                  <a:lnTo>
                    <a:pt x="1917686" y="0"/>
                  </a:lnTo>
                  <a:cubicBezTo>
                    <a:pt x="1879000" y="92329"/>
                    <a:pt x="1786179" y="157607"/>
                    <a:pt x="1677910" y="157607"/>
                  </a:cubicBezTo>
                  <a:cubicBezTo>
                    <a:pt x="1569641" y="157607"/>
                    <a:pt x="1476821" y="92329"/>
                    <a:pt x="1438135" y="0"/>
                  </a:cubicBezTo>
                  <a:close/>
                  <a:moveTo>
                    <a:pt x="1089830" y="0"/>
                  </a:moveTo>
                  <a:cubicBezTo>
                    <a:pt x="1137474" y="325883"/>
                    <a:pt x="1424763" y="577216"/>
                    <a:pt x="1770861" y="577216"/>
                  </a:cubicBezTo>
                  <a:cubicBezTo>
                    <a:pt x="2116958" y="577216"/>
                    <a:pt x="2311168" y="325883"/>
                    <a:pt x="2358941" y="0"/>
                  </a:cubicBezTo>
                  <a:lnTo>
                    <a:pt x="2270144" y="0"/>
                  </a:lnTo>
                  <a:cubicBezTo>
                    <a:pt x="2223279" y="278385"/>
                    <a:pt x="1975585" y="491364"/>
                    <a:pt x="1678040" y="491364"/>
                  </a:cubicBezTo>
                  <a:cubicBezTo>
                    <a:pt x="1380495" y="491364"/>
                    <a:pt x="1132801" y="278385"/>
                    <a:pt x="1085806" y="0"/>
                  </a:cubicBezTo>
                  <a:close/>
                  <a:moveTo>
                    <a:pt x="722313" y="0"/>
                  </a:moveTo>
                  <a:cubicBezTo>
                    <a:pt x="771774" y="521209"/>
                    <a:pt x="1221337" y="930531"/>
                    <a:pt x="1766836" y="930531"/>
                  </a:cubicBezTo>
                  <a:cubicBezTo>
                    <a:pt x="2312336" y="930531"/>
                    <a:pt x="2761899" y="521209"/>
                    <a:pt x="2811360" y="0"/>
                  </a:cubicBezTo>
                  <a:lnTo>
                    <a:pt x="2723213" y="0"/>
                  </a:lnTo>
                  <a:cubicBezTo>
                    <a:pt x="2674011" y="473711"/>
                    <a:pt x="2263913" y="844679"/>
                    <a:pt x="1766836" y="844679"/>
                  </a:cubicBezTo>
                  <a:cubicBezTo>
                    <a:pt x="1269759" y="844679"/>
                    <a:pt x="770735" y="473711"/>
                    <a:pt x="721534" y="0"/>
                  </a:cubicBezTo>
                  <a:close/>
                  <a:moveTo>
                    <a:pt x="365440" y="0"/>
                  </a:moveTo>
                  <a:cubicBezTo>
                    <a:pt x="415810" y="712852"/>
                    <a:pt x="1024791" y="1277876"/>
                    <a:pt x="1766057" y="1277876"/>
                  </a:cubicBezTo>
                  <a:cubicBezTo>
                    <a:pt x="2507324" y="1277876"/>
                    <a:pt x="3028157" y="712852"/>
                    <a:pt x="3078527" y="0"/>
                  </a:cubicBezTo>
                  <a:lnTo>
                    <a:pt x="2990510" y="0"/>
                  </a:lnTo>
                  <a:cubicBezTo>
                    <a:pt x="2940270" y="665481"/>
                    <a:pt x="2370754" y="1191897"/>
                    <a:pt x="1677910" y="1191897"/>
                  </a:cubicBezTo>
                  <a:cubicBezTo>
                    <a:pt x="985066" y="1191897"/>
                    <a:pt x="415421" y="665481"/>
                    <a:pt x="365181" y="0"/>
                  </a:cubicBezTo>
                  <a:close/>
                  <a:moveTo>
                    <a:pt x="0" y="0"/>
                  </a:moveTo>
                  <a:cubicBezTo>
                    <a:pt x="51019" y="909703"/>
                    <a:pt x="823572" y="1634366"/>
                    <a:pt x="1765928" y="1634366"/>
                  </a:cubicBezTo>
                  <a:cubicBezTo>
                    <a:pt x="2708284" y="1634366"/>
                    <a:pt x="3392819" y="909703"/>
                    <a:pt x="3443708" y="0"/>
                  </a:cubicBezTo>
                  <a:lnTo>
                    <a:pt x="3355821" y="0"/>
                  </a:lnTo>
                  <a:cubicBezTo>
                    <a:pt x="3304932" y="862205"/>
                    <a:pt x="2571844" y="1548514"/>
                    <a:pt x="1677910" y="1548514"/>
                  </a:cubicBezTo>
                  <a:cubicBezTo>
                    <a:pt x="783977" y="1548514"/>
                    <a:pt x="50759" y="862205"/>
                    <a:pt x="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4909" y="66548"/>
              <a:ext cx="3692961" cy="2402717"/>
            </a:xfrm>
            <a:custGeom>
              <a:avLst/>
              <a:gdLst/>
              <a:ahLst/>
              <a:cxnLst/>
              <a:rect r="r" b="b" t="t" l="l"/>
              <a:pathLst>
                <a:path h="2402717" w="3692961">
                  <a:moveTo>
                    <a:pt x="0" y="0"/>
                  </a:moveTo>
                  <a:lnTo>
                    <a:pt x="0" y="2402717"/>
                  </a:lnTo>
                  <a:lnTo>
                    <a:pt x="3692961" y="2402717"/>
                  </a:lnTo>
                  <a:lnTo>
                    <a:pt x="36929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65971" y="66548"/>
              <a:ext cx="4479144" cy="2038354"/>
            </a:xfrm>
            <a:custGeom>
              <a:avLst/>
              <a:gdLst/>
              <a:ahLst/>
              <a:cxnLst/>
              <a:rect r="r" b="b" t="t" l="l"/>
              <a:pathLst>
                <a:path h="2038354" w="4479144">
                  <a:moveTo>
                    <a:pt x="0" y="0"/>
                  </a:moveTo>
                  <a:lnTo>
                    <a:pt x="0" y="2038354"/>
                  </a:lnTo>
                  <a:lnTo>
                    <a:pt x="4479144" y="2038354"/>
                  </a:lnTo>
                  <a:lnTo>
                    <a:pt x="447914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801104" y="1119479"/>
            <a:ext cx="9580815" cy="77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3169" y="3319358"/>
            <a:ext cx="85729" cy="66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239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89883"/>
            <a:ext cx="15896556" cy="654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1"/>
              </a:lnSpc>
            </a:pPr>
            <a:r>
              <a:rPr lang="en-US" b="true" sz="3733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Collection and Preprocessing</a:t>
            </a:r>
          </a:p>
          <a:p>
            <a:pPr algn="l" marL="806006" indent="-403003" lvl="1">
              <a:lnSpc>
                <a:spcPts val="5181"/>
              </a:lnSpc>
              <a:buFont typeface="Arial"/>
              <a:buChar char="•"/>
            </a:pPr>
            <a:r>
              <a:rPr lang="en-US" sz="3733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Acquisition of scanned images from multiple scanner models</a:t>
            </a:r>
          </a:p>
          <a:p>
            <a:pPr algn="l" marL="806006" indent="-403003" lvl="1">
              <a:lnSpc>
                <a:spcPts val="5181"/>
              </a:lnSpc>
              <a:buFont typeface="Arial"/>
              <a:buChar char="•"/>
            </a:pPr>
            <a:r>
              <a:rPr lang="en-US" sz="3733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of different document types including flatfield and printed documents</a:t>
            </a:r>
          </a:p>
          <a:p>
            <a:pPr algn="l" marL="806006" indent="-403003" lvl="1">
              <a:lnSpc>
                <a:spcPts val="5181"/>
              </a:lnSpc>
              <a:buFont typeface="Arial"/>
              <a:buChar char="•"/>
            </a:pPr>
            <a:r>
              <a:rPr lang="en-US" sz="3733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Inclusion of scans at varying resolutions</a:t>
            </a:r>
          </a:p>
          <a:p>
            <a:pPr algn="l" marL="806006" indent="-403003" lvl="1">
              <a:lnSpc>
                <a:spcPts val="5181"/>
              </a:lnSpc>
              <a:buFont typeface="Arial"/>
              <a:buChar char="•"/>
            </a:pPr>
            <a:r>
              <a:rPr lang="en-US" sz="3733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Grayscale conversion, resizing, and normalization of images</a:t>
            </a:r>
          </a:p>
          <a:p>
            <a:pPr algn="l">
              <a:lnSpc>
                <a:spcPts val="5181"/>
              </a:lnSpc>
            </a:pPr>
          </a:p>
          <a:p>
            <a:pPr algn="l">
              <a:lnSpc>
                <a:spcPts val="5181"/>
              </a:lnSpc>
            </a:pPr>
            <a:r>
              <a:rPr lang="en-US" b="true" sz="3733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Feature Extraction and Classical Modeling</a:t>
            </a:r>
          </a:p>
          <a:p>
            <a:pPr algn="l" marL="806006" indent="-403003" lvl="1">
              <a:lnSpc>
                <a:spcPts val="5181"/>
              </a:lnSpc>
              <a:buFont typeface="Arial"/>
              <a:buChar char="•"/>
            </a:pPr>
            <a:r>
              <a:rPr lang="en-US" sz="3733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Extraction of noise-based scanner artifacts</a:t>
            </a:r>
          </a:p>
          <a:p>
            <a:pPr algn="l" marL="806006" indent="-403003" lvl="1">
              <a:lnSpc>
                <a:spcPts val="5181"/>
              </a:lnSpc>
              <a:buFont typeface="Arial"/>
              <a:buChar char="•"/>
            </a:pPr>
            <a:r>
              <a:rPr lang="en-US" sz="3733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Statistical, frequency-domain, and texture feature computation</a:t>
            </a:r>
          </a:p>
          <a:p>
            <a:pPr algn="l" marL="806006" indent="-403003" lvl="1">
              <a:lnSpc>
                <a:spcPts val="5181"/>
              </a:lnSpc>
              <a:buFont typeface="Arial"/>
              <a:buChar char="•"/>
            </a:pPr>
            <a:r>
              <a:rPr lang="en-US" sz="3733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Training of Random Forest and Support Vector Machine classifiers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1918" y="-66551"/>
            <a:ext cx="5210023" cy="2532707"/>
            <a:chOff x="0" y="0"/>
            <a:chExt cx="5210017" cy="2532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4909" y="66548"/>
              <a:ext cx="3689715" cy="2398780"/>
            </a:xfrm>
            <a:custGeom>
              <a:avLst/>
              <a:gdLst/>
              <a:ahLst/>
              <a:cxnLst/>
              <a:rect r="r" b="b" t="t" l="l"/>
              <a:pathLst>
                <a:path h="2398780" w="3689715">
                  <a:moveTo>
                    <a:pt x="102817" y="0"/>
                  </a:moveTo>
                  <a:cubicBezTo>
                    <a:pt x="94509" y="23241"/>
                    <a:pt x="86849" y="46482"/>
                    <a:pt x="79450" y="69977"/>
                  </a:cubicBezTo>
                  <a:cubicBezTo>
                    <a:pt x="70622" y="98298"/>
                    <a:pt x="62573" y="126746"/>
                    <a:pt x="55303" y="155321"/>
                  </a:cubicBezTo>
                  <a:cubicBezTo>
                    <a:pt x="48034" y="183896"/>
                    <a:pt x="41283" y="212852"/>
                    <a:pt x="35441" y="241809"/>
                  </a:cubicBezTo>
                  <a:cubicBezTo>
                    <a:pt x="29599" y="270765"/>
                    <a:pt x="24406" y="299848"/>
                    <a:pt x="19993" y="329058"/>
                  </a:cubicBezTo>
                  <a:cubicBezTo>
                    <a:pt x="15579" y="358268"/>
                    <a:pt x="11814" y="387605"/>
                    <a:pt x="8958" y="416942"/>
                  </a:cubicBezTo>
                  <a:cubicBezTo>
                    <a:pt x="6102" y="446279"/>
                    <a:pt x="3765" y="475743"/>
                    <a:pt x="2337" y="505334"/>
                  </a:cubicBezTo>
                  <a:cubicBezTo>
                    <a:pt x="909" y="534925"/>
                    <a:pt x="0" y="564389"/>
                    <a:pt x="0" y="593980"/>
                  </a:cubicBezTo>
                  <a:cubicBezTo>
                    <a:pt x="0" y="623571"/>
                    <a:pt x="779" y="653035"/>
                    <a:pt x="2207" y="682499"/>
                  </a:cubicBezTo>
                  <a:cubicBezTo>
                    <a:pt x="3635" y="711963"/>
                    <a:pt x="5972" y="741427"/>
                    <a:pt x="8828" y="770891"/>
                  </a:cubicBezTo>
                  <a:cubicBezTo>
                    <a:pt x="11684" y="800355"/>
                    <a:pt x="15449" y="829566"/>
                    <a:pt x="19863" y="858776"/>
                  </a:cubicBezTo>
                  <a:cubicBezTo>
                    <a:pt x="24277" y="887986"/>
                    <a:pt x="29469" y="917069"/>
                    <a:pt x="35311" y="946025"/>
                  </a:cubicBezTo>
                  <a:cubicBezTo>
                    <a:pt x="41153" y="974981"/>
                    <a:pt x="47774" y="1003810"/>
                    <a:pt x="55174" y="1032512"/>
                  </a:cubicBezTo>
                  <a:cubicBezTo>
                    <a:pt x="62573" y="1061214"/>
                    <a:pt x="70622" y="1089662"/>
                    <a:pt x="79320" y="1117856"/>
                  </a:cubicBezTo>
                  <a:cubicBezTo>
                    <a:pt x="88018" y="1146050"/>
                    <a:pt x="97495" y="1174117"/>
                    <a:pt x="107750" y="1201930"/>
                  </a:cubicBezTo>
                  <a:cubicBezTo>
                    <a:pt x="118006" y="1229743"/>
                    <a:pt x="128781" y="1257302"/>
                    <a:pt x="140335" y="1284607"/>
                  </a:cubicBezTo>
                  <a:cubicBezTo>
                    <a:pt x="151889" y="1311912"/>
                    <a:pt x="164092" y="1338836"/>
                    <a:pt x="177074" y="1365633"/>
                  </a:cubicBezTo>
                  <a:cubicBezTo>
                    <a:pt x="190055" y="1392430"/>
                    <a:pt x="203557" y="1418719"/>
                    <a:pt x="217837" y="1444755"/>
                  </a:cubicBezTo>
                  <a:cubicBezTo>
                    <a:pt x="232117" y="1470790"/>
                    <a:pt x="246916" y="1496444"/>
                    <a:pt x="262494" y="1521844"/>
                  </a:cubicBezTo>
                  <a:cubicBezTo>
                    <a:pt x="278073" y="1547244"/>
                    <a:pt x="294170" y="1572136"/>
                    <a:pt x="310917" y="1596647"/>
                  </a:cubicBezTo>
                  <a:cubicBezTo>
                    <a:pt x="327664" y="1621158"/>
                    <a:pt x="345059" y="1645415"/>
                    <a:pt x="363104" y="1669037"/>
                  </a:cubicBezTo>
                  <a:cubicBezTo>
                    <a:pt x="381149" y="1692659"/>
                    <a:pt x="399713" y="1716027"/>
                    <a:pt x="418797" y="1738887"/>
                  </a:cubicBezTo>
                  <a:cubicBezTo>
                    <a:pt x="437880" y="1761747"/>
                    <a:pt x="457612" y="1784099"/>
                    <a:pt x="477994" y="1805943"/>
                  </a:cubicBezTo>
                  <a:cubicBezTo>
                    <a:pt x="498376" y="1827787"/>
                    <a:pt x="519147" y="1849250"/>
                    <a:pt x="540437" y="1870078"/>
                  </a:cubicBezTo>
                  <a:cubicBezTo>
                    <a:pt x="561727" y="1890906"/>
                    <a:pt x="583667" y="1911353"/>
                    <a:pt x="605995" y="1931166"/>
                  </a:cubicBezTo>
                  <a:cubicBezTo>
                    <a:pt x="628324" y="1950977"/>
                    <a:pt x="651172" y="1970282"/>
                    <a:pt x="674540" y="1989077"/>
                  </a:cubicBezTo>
                  <a:cubicBezTo>
                    <a:pt x="697907" y="2007873"/>
                    <a:pt x="721664" y="2026035"/>
                    <a:pt x="745940" y="2043561"/>
                  </a:cubicBezTo>
                  <a:cubicBezTo>
                    <a:pt x="770217" y="2061087"/>
                    <a:pt x="794882" y="2078105"/>
                    <a:pt x="819937" y="2094615"/>
                  </a:cubicBezTo>
                  <a:cubicBezTo>
                    <a:pt x="844992" y="2111125"/>
                    <a:pt x="870567" y="2126873"/>
                    <a:pt x="896401" y="2141986"/>
                  </a:cubicBezTo>
                  <a:cubicBezTo>
                    <a:pt x="922235" y="2157099"/>
                    <a:pt x="948588" y="2171704"/>
                    <a:pt x="975201" y="2185674"/>
                  </a:cubicBezTo>
                  <a:cubicBezTo>
                    <a:pt x="1001814" y="2199644"/>
                    <a:pt x="1028816" y="2212852"/>
                    <a:pt x="1056078" y="2225552"/>
                  </a:cubicBezTo>
                  <a:cubicBezTo>
                    <a:pt x="1083340" y="2238252"/>
                    <a:pt x="1110991" y="2250190"/>
                    <a:pt x="1138903" y="2261493"/>
                  </a:cubicBezTo>
                  <a:cubicBezTo>
                    <a:pt x="1166813" y="2272796"/>
                    <a:pt x="1194984" y="2283464"/>
                    <a:pt x="1223415" y="2293370"/>
                  </a:cubicBezTo>
                  <a:cubicBezTo>
                    <a:pt x="1251845" y="2303276"/>
                    <a:pt x="1280535" y="2312547"/>
                    <a:pt x="1309355" y="2321183"/>
                  </a:cubicBezTo>
                  <a:cubicBezTo>
                    <a:pt x="1338175" y="2329819"/>
                    <a:pt x="1367384" y="2337693"/>
                    <a:pt x="1396593" y="2344805"/>
                  </a:cubicBezTo>
                  <a:cubicBezTo>
                    <a:pt x="1425802" y="2351917"/>
                    <a:pt x="1455401" y="2358394"/>
                    <a:pt x="1485000" y="2364236"/>
                  </a:cubicBezTo>
                  <a:cubicBezTo>
                    <a:pt x="1514599" y="2370078"/>
                    <a:pt x="1544327" y="2375031"/>
                    <a:pt x="1574186" y="2379349"/>
                  </a:cubicBezTo>
                  <a:cubicBezTo>
                    <a:pt x="1604044" y="2383667"/>
                    <a:pt x="1634032" y="2387350"/>
                    <a:pt x="1664020" y="2390144"/>
                  </a:cubicBezTo>
                  <a:cubicBezTo>
                    <a:pt x="1694008" y="2392938"/>
                    <a:pt x="1724126" y="2395224"/>
                    <a:pt x="1754374" y="2396621"/>
                  </a:cubicBezTo>
                  <a:cubicBezTo>
                    <a:pt x="1784622" y="2398018"/>
                    <a:pt x="1814740" y="2398780"/>
                    <a:pt x="1844858" y="2398780"/>
                  </a:cubicBezTo>
                  <a:cubicBezTo>
                    <a:pt x="1874976" y="2398780"/>
                    <a:pt x="1905224" y="2398018"/>
                    <a:pt x="1935342" y="2396621"/>
                  </a:cubicBezTo>
                  <a:cubicBezTo>
                    <a:pt x="1965460" y="2395224"/>
                    <a:pt x="1995578" y="2392938"/>
                    <a:pt x="2025696" y="2390144"/>
                  </a:cubicBezTo>
                  <a:cubicBezTo>
                    <a:pt x="2055814" y="2387350"/>
                    <a:pt x="2085672" y="2383667"/>
                    <a:pt x="2115531" y="2379349"/>
                  </a:cubicBezTo>
                  <a:cubicBezTo>
                    <a:pt x="2145389" y="2375031"/>
                    <a:pt x="2175118" y="2369951"/>
                    <a:pt x="2204716" y="2364236"/>
                  </a:cubicBezTo>
                  <a:cubicBezTo>
                    <a:pt x="2234315" y="2358521"/>
                    <a:pt x="2263784" y="2352044"/>
                    <a:pt x="2293123" y="2344805"/>
                  </a:cubicBezTo>
                  <a:cubicBezTo>
                    <a:pt x="2322462" y="2337566"/>
                    <a:pt x="2351542" y="2329692"/>
                    <a:pt x="2380361" y="2321183"/>
                  </a:cubicBezTo>
                  <a:cubicBezTo>
                    <a:pt x="2409181" y="2312674"/>
                    <a:pt x="2437871" y="2303403"/>
                    <a:pt x="2466301" y="2293370"/>
                  </a:cubicBezTo>
                  <a:cubicBezTo>
                    <a:pt x="2494732" y="2283337"/>
                    <a:pt x="2522903" y="2272796"/>
                    <a:pt x="2550814" y="2261493"/>
                  </a:cubicBezTo>
                  <a:cubicBezTo>
                    <a:pt x="2578725" y="2250190"/>
                    <a:pt x="2606246" y="2238252"/>
                    <a:pt x="2633638" y="2225552"/>
                  </a:cubicBezTo>
                  <a:cubicBezTo>
                    <a:pt x="2661030" y="2212852"/>
                    <a:pt x="2687903" y="2199644"/>
                    <a:pt x="2714516" y="2185674"/>
                  </a:cubicBezTo>
                  <a:cubicBezTo>
                    <a:pt x="2741128" y="2171704"/>
                    <a:pt x="2767352" y="2157226"/>
                    <a:pt x="2793316" y="2141986"/>
                  </a:cubicBezTo>
                  <a:cubicBezTo>
                    <a:pt x="2819279" y="2126746"/>
                    <a:pt x="2844724" y="2110998"/>
                    <a:pt x="2869779" y="2094615"/>
                  </a:cubicBezTo>
                  <a:cubicBezTo>
                    <a:pt x="2894834" y="2078232"/>
                    <a:pt x="2919629" y="2061214"/>
                    <a:pt x="2943776" y="2043561"/>
                  </a:cubicBezTo>
                  <a:cubicBezTo>
                    <a:pt x="2967922" y="2025908"/>
                    <a:pt x="2991809" y="2007747"/>
                    <a:pt x="3015176" y="1989077"/>
                  </a:cubicBezTo>
                  <a:cubicBezTo>
                    <a:pt x="3038544" y="1970408"/>
                    <a:pt x="3061392" y="1951104"/>
                    <a:pt x="3083721" y="1931166"/>
                  </a:cubicBezTo>
                  <a:cubicBezTo>
                    <a:pt x="3106049" y="1911226"/>
                    <a:pt x="3127989" y="1890906"/>
                    <a:pt x="3149279" y="1870078"/>
                  </a:cubicBezTo>
                  <a:cubicBezTo>
                    <a:pt x="3170569" y="1849250"/>
                    <a:pt x="3191470" y="1827787"/>
                    <a:pt x="3211722" y="1805943"/>
                  </a:cubicBezTo>
                  <a:cubicBezTo>
                    <a:pt x="3231974" y="1784099"/>
                    <a:pt x="3251706" y="1761747"/>
                    <a:pt x="3270920" y="1738887"/>
                  </a:cubicBezTo>
                  <a:cubicBezTo>
                    <a:pt x="3290133" y="1716027"/>
                    <a:pt x="3308697" y="1692786"/>
                    <a:pt x="3326612" y="1669037"/>
                  </a:cubicBezTo>
                  <a:cubicBezTo>
                    <a:pt x="3344527" y="1645288"/>
                    <a:pt x="3361923" y="1621158"/>
                    <a:pt x="3378799" y="1596647"/>
                  </a:cubicBezTo>
                  <a:cubicBezTo>
                    <a:pt x="3395676" y="1572136"/>
                    <a:pt x="3411773" y="1547117"/>
                    <a:pt x="3427222" y="1521844"/>
                  </a:cubicBezTo>
                  <a:cubicBezTo>
                    <a:pt x="3442670" y="1496571"/>
                    <a:pt x="3457599" y="1470790"/>
                    <a:pt x="3471879" y="1444755"/>
                  </a:cubicBezTo>
                  <a:cubicBezTo>
                    <a:pt x="3486160" y="1418719"/>
                    <a:pt x="3499661" y="1392303"/>
                    <a:pt x="3512642" y="1365633"/>
                  </a:cubicBezTo>
                  <a:cubicBezTo>
                    <a:pt x="3525624" y="1338963"/>
                    <a:pt x="3537827" y="1311912"/>
                    <a:pt x="3549381" y="1284607"/>
                  </a:cubicBezTo>
                  <a:cubicBezTo>
                    <a:pt x="3560935" y="1257302"/>
                    <a:pt x="3571840" y="1229743"/>
                    <a:pt x="3581966" y="1201930"/>
                  </a:cubicBezTo>
                  <a:cubicBezTo>
                    <a:pt x="3592092" y="1174117"/>
                    <a:pt x="3601568" y="1146050"/>
                    <a:pt x="3610397" y="1117856"/>
                  </a:cubicBezTo>
                  <a:cubicBezTo>
                    <a:pt x="3619224" y="1089662"/>
                    <a:pt x="3627273" y="1061087"/>
                    <a:pt x="3634543" y="1032512"/>
                  </a:cubicBezTo>
                  <a:cubicBezTo>
                    <a:pt x="3641812" y="1003937"/>
                    <a:pt x="3648433" y="974981"/>
                    <a:pt x="3654405" y="946025"/>
                  </a:cubicBezTo>
                  <a:cubicBezTo>
                    <a:pt x="3660376" y="917069"/>
                    <a:pt x="3665440" y="887986"/>
                    <a:pt x="3669853" y="858776"/>
                  </a:cubicBezTo>
                  <a:cubicBezTo>
                    <a:pt x="3674267" y="829566"/>
                    <a:pt x="3678032" y="800228"/>
                    <a:pt x="3680888" y="770891"/>
                  </a:cubicBezTo>
                  <a:cubicBezTo>
                    <a:pt x="3683744" y="741554"/>
                    <a:pt x="3686081" y="712090"/>
                    <a:pt x="3687508" y="682499"/>
                  </a:cubicBezTo>
                  <a:cubicBezTo>
                    <a:pt x="3688937" y="652908"/>
                    <a:pt x="3689716" y="623444"/>
                    <a:pt x="3689716" y="593980"/>
                  </a:cubicBezTo>
                  <a:cubicBezTo>
                    <a:pt x="3689716" y="564516"/>
                    <a:pt x="3688937" y="534925"/>
                    <a:pt x="3687508" y="505461"/>
                  </a:cubicBezTo>
                  <a:cubicBezTo>
                    <a:pt x="3686081" y="475997"/>
                    <a:pt x="3683744" y="446533"/>
                    <a:pt x="3680888" y="417069"/>
                  </a:cubicBezTo>
                  <a:cubicBezTo>
                    <a:pt x="3678032" y="387605"/>
                    <a:pt x="3674267" y="358395"/>
                    <a:pt x="3669853" y="329185"/>
                  </a:cubicBezTo>
                  <a:cubicBezTo>
                    <a:pt x="3665440" y="299975"/>
                    <a:pt x="3660247" y="270892"/>
                    <a:pt x="3654405" y="241936"/>
                  </a:cubicBezTo>
                  <a:cubicBezTo>
                    <a:pt x="3648563" y="212979"/>
                    <a:pt x="3641942" y="184150"/>
                    <a:pt x="3634543" y="155448"/>
                  </a:cubicBezTo>
                  <a:cubicBezTo>
                    <a:pt x="3627143" y="126746"/>
                    <a:pt x="3619094" y="98298"/>
                    <a:pt x="3610397" y="70104"/>
                  </a:cubicBezTo>
                  <a:cubicBezTo>
                    <a:pt x="3603126" y="46609"/>
                    <a:pt x="3595337" y="23241"/>
                    <a:pt x="3587029" y="127"/>
                  </a:cubicBezTo>
                  <a:close/>
                </a:path>
              </a:pathLst>
            </a:custGeom>
            <a:solidFill>
              <a:srgbClr val="F6F3E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5971" y="66548"/>
              <a:ext cx="2945593" cy="2037084"/>
            </a:xfrm>
            <a:custGeom>
              <a:avLst/>
              <a:gdLst/>
              <a:ahLst/>
              <a:cxnLst/>
              <a:rect r="r" b="b" t="t" l="l"/>
              <a:pathLst>
                <a:path h="2037084" w="2945593">
                  <a:moveTo>
                    <a:pt x="131637" y="0"/>
                  </a:moveTo>
                  <a:cubicBezTo>
                    <a:pt x="47125" y="181737"/>
                    <a:pt x="0" y="383668"/>
                    <a:pt x="0" y="596266"/>
                  </a:cubicBezTo>
                  <a:cubicBezTo>
                    <a:pt x="0" y="1392049"/>
                    <a:pt x="659351" y="2037084"/>
                    <a:pt x="1472797" y="2037084"/>
                  </a:cubicBezTo>
                  <a:cubicBezTo>
                    <a:pt x="2286242" y="2037084"/>
                    <a:pt x="2945593" y="1392049"/>
                    <a:pt x="2945593" y="596266"/>
                  </a:cubicBezTo>
                  <a:cubicBezTo>
                    <a:pt x="2945593" y="383541"/>
                    <a:pt x="2898469" y="181737"/>
                    <a:pt x="2813957" y="0"/>
                  </a:cubicBez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98292" y="66548"/>
              <a:ext cx="3443708" cy="1634366"/>
            </a:xfrm>
            <a:custGeom>
              <a:avLst/>
              <a:gdLst/>
              <a:ahLst/>
              <a:cxnLst/>
              <a:rect r="r" b="b" t="t" l="l"/>
              <a:pathLst>
                <a:path h="1634366" w="3443708">
                  <a:moveTo>
                    <a:pt x="1345184" y="0"/>
                  </a:moveTo>
                  <a:cubicBezTo>
                    <a:pt x="1387505" y="140589"/>
                    <a:pt x="1520700" y="243460"/>
                    <a:pt x="1677910" y="243460"/>
                  </a:cubicBezTo>
                  <a:cubicBezTo>
                    <a:pt x="1835121" y="243460"/>
                    <a:pt x="1968185" y="140589"/>
                    <a:pt x="2010637" y="0"/>
                  </a:cubicBezTo>
                  <a:lnTo>
                    <a:pt x="1917686" y="0"/>
                  </a:lnTo>
                  <a:cubicBezTo>
                    <a:pt x="1879000" y="92329"/>
                    <a:pt x="1786179" y="157607"/>
                    <a:pt x="1677910" y="157607"/>
                  </a:cubicBezTo>
                  <a:cubicBezTo>
                    <a:pt x="1569641" y="157607"/>
                    <a:pt x="1476821" y="92329"/>
                    <a:pt x="1438135" y="0"/>
                  </a:cubicBezTo>
                  <a:close/>
                  <a:moveTo>
                    <a:pt x="1089830" y="0"/>
                  </a:moveTo>
                  <a:cubicBezTo>
                    <a:pt x="1137474" y="325883"/>
                    <a:pt x="1424763" y="577216"/>
                    <a:pt x="1770861" y="577216"/>
                  </a:cubicBezTo>
                  <a:cubicBezTo>
                    <a:pt x="2116958" y="577216"/>
                    <a:pt x="2311168" y="325883"/>
                    <a:pt x="2358941" y="0"/>
                  </a:cubicBezTo>
                  <a:lnTo>
                    <a:pt x="2270144" y="0"/>
                  </a:lnTo>
                  <a:cubicBezTo>
                    <a:pt x="2223279" y="278385"/>
                    <a:pt x="1975585" y="491364"/>
                    <a:pt x="1678040" y="491364"/>
                  </a:cubicBezTo>
                  <a:cubicBezTo>
                    <a:pt x="1380495" y="491364"/>
                    <a:pt x="1132801" y="278385"/>
                    <a:pt x="1085806" y="0"/>
                  </a:cubicBezTo>
                  <a:close/>
                  <a:moveTo>
                    <a:pt x="722313" y="0"/>
                  </a:moveTo>
                  <a:cubicBezTo>
                    <a:pt x="771774" y="521209"/>
                    <a:pt x="1221337" y="930531"/>
                    <a:pt x="1766836" y="930531"/>
                  </a:cubicBezTo>
                  <a:cubicBezTo>
                    <a:pt x="2312336" y="930531"/>
                    <a:pt x="2761899" y="521209"/>
                    <a:pt x="2811360" y="0"/>
                  </a:cubicBezTo>
                  <a:lnTo>
                    <a:pt x="2723213" y="0"/>
                  </a:lnTo>
                  <a:cubicBezTo>
                    <a:pt x="2674011" y="473711"/>
                    <a:pt x="2263913" y="844679"/>
                    <a:pt x="1766836" y="844679"/>
                  </a:cubicBezTo>
                  <a:cubicBezTo>
                    <a:pt x="1269759" y="844679"/>
                    <a:pt x="770735" y="473711"/>
                    <a:pt x="721534" y="0"/>
                  </a:cubicBezTo>
                  <a:close/>
                  <a:moveTo>
                    <a:pt x="365440" y="0"/>
                  </a:moveTo>
                  <a:cubicBezTo>
                    <a:pt x="415810" y="712852"/>
                    <a:pt x="1024791" y="1277876"/>
                    <a:pt x="1766057" y="1277876"/>
                  </a:cubicBezTo>
                  <a:cubicBezTo>
                    <a:pt x="2507324" y="1277876"/>
                    <a:pt x="3028157" y="712852"/>
                    <a:pt x="3078527" y="0"/>
                  </a:cubicBezTo>
                  <a:lnTo>
                    <a:pt x="2990510" y="0"/>
                  </a:lnTo>
                  <a:cubicBezTo>
                    <a:pt x="2940270" y="665481"/>
                    <a:pt x="2370754" y="1191897"/>
                    <a:pt x="1677910" y="1191897"/>
                  </a:cubicBezTo>
                  <a:cubicBezTo>
                    <a:pt x="985066" y="1191897"/>
                    <a:pt x="415421" y="665481"/>
                    <a:pt x="365181" y="0"/>
                  </a:cubicBezTo>
                  <a:close/>
                  <a:moveTo>
                    <a:pt x="0" y="0"/>
                  </a:moveTo>
                  <a:cubicBezTo>
                    <a:pt x="51019" y="909703"/>
                    <a:pt x="823572" y="1634366"/>
                    <a:pt x="1765928" y="1634366"/>
                  </a:cubicBezTo>
                  <a:cubicBezTo>
                    <a:pt x="2708284" y="1634366"/>
                    <a:pt x="3392819" y="909703"/>
                    <a:pt x="3443708" y="0"/>
                  </a:cubicBezTo>
                  <a:lnTo>
                    <a:pt x="3355821" y="0"/>
                  </a:lnTo>
                  <a:cubicBezTo>
                    <a:pt x="3304932" y="862205"/>
                    <a:pt x="2571844" y="1548514"/>
                    <a:pt x="1677910" y="1548514"/>
                  </a:cubicBezTo>
                  <a:cubicBezTo>
                    <a:pt x="783977" y="1548514"/>
                    <a:pt x="50759" y="862205"/>
                    <a:pt x="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4909" y="66548"/>
              <a:ext cx="3692961" cy="2402717"/>
            </a:xfrm>
            <a:custGeom>
              <a:avLst/>
              <a:gdLst/>
              <a:ahLst/>
              <a:cxnLst/>
              <a:rect r="r" b="b" t="t" l="l"/>
              <a:pathLst>
                <a:path h="2402717" w="3692961">
                  <a:moveTo>
                    <a:pt x="0" y="0"/>
                  </a:moveTo>
                  <a:lnTo>
                    <a:pt x="0" y="2402717"/>
                  </a:lnTo>
                  <a:lnTo>
                    <a:pt x="3692961" y="2402717"/>
                  </a:lnTo>
                  <a:lnTo>
                    <a:pt x="369296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65971" y="66548"/>
              <a:ext cx="4479144" cy="2038354"/>
            </a:xfrm>
            <a:custGeom>
              <a:avLst/>
              <a:gdLst/>
              <a:ahLst/>
              <a:cxnLst/>
              <a:rect r="r" b="b" t="t" l="l"/>
              <a:pathLst>
                <a:path h="2038354" w="4479144">
                  <a:moveTo>
                    <a:pt x="0" y="0"/>
                  </a:moveTo>
                  <a:lnTo>
                    <a:pt x="0" y="2038354"/>
                  </a:lnTo>
                  <a:lnTo>
                    <a:pt x="4479144" y="2038354"/>
                  </a:lnTo>
                  <a:lnTo>
                    <a:pt x="447914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2801104" y="1119479"/>
            <a:ext cx="9580815" cy="77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63169" y="3319358"/>
            <a:ext cx="85729" cy="66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4"/>
              </a:lnSpc>
            </a:pPr>
            <a:r>
              <a:rPr lang="en-US" sz="239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91801"/>
            <a:ext cx="15769105" cy="656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5"/>
              </a:lnSpc>
            </a:pPr>
            <a:r>
              <a:rPr lang="en-US" b="true" sz="3896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Deep Learning-Based Modeling</a:t>
            </a:r>
          </a:p>
          <a:p>
            <a:pPr algn="l" marL="841293" indent="-420646" lvl="1">
              <a:lnSpc>
                <a:spcPts val="5845"/>
              </a:lnSpc>
              <a:buFont typeface="Arial"/>
              <a:buChar char="•"/>
            </a:pPr>
            <a:r>
              <a:rPr lang="en-US" sz="389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Design and training of a Convolutional Neural Network</a:t>
            </a:r>
          </a:p>
          <a:p>
            <a:pPr algn="l" marL="841293" indent="-420646" lvl="1">
              <a:lnSpc>
                <a:spcPts val="5845"/>
              </a:lnSpc>
              <a:buFont typeface="Arial"/>
              <a:buChar char="•"/>
            </a:pPr>
            <a:r>
              <a:rPr lang="en-US" sz="389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Image resizing and data augmentation for improved learning</a:t>
            </a:r>
          </a:p>
          <a:p>
            <a:pPr algn="l" marL="841293" indent="-420646" lvl="1">
              <a:lnSpc>
                <a:spcPts val="5845"/>
              </a:lnSpc>
              <a:buFont typeface="Arial"/>
              <a:buChar char="•"/>
            </a:pPr>
            <a:r>
              <a:rPr lang="en-US" sz="389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Optimization using Adam optimizer and categorical cross-entropy loss</a:t>
            </a:r>
          </a:p>
          <a:p>
            <a:pPr algn="l">
              <a:lnSpc>
                <a:spcPts val="5845"/>
              </a:lnSpc>
            </a:pPr>
          </a:p>
          <a:p>
            <a:pPr algn="l">
              <a:lnSpc>
                <a:spcPts val="5845"/>
              </a:lnSpc>
            </a:pPr>
            <a:r>
              <a:rPr lang="en-US" b="true" sz="3896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System Deployment</a:t>
            </a:r>
          </a:p>
          <a:p>
            <a:pPr algn="l" marL="841293" indent="-420646" lvl="1">
              <a:lnSpc>
                <a:spcPts val="5845"/>
              </a:lnSpc>
              <a:buFont typeface="Arial"/>
              <a:buChar char="•"/>
            </a:pPr>
            <a:r>
              <a:rPr lang="en-US" sz="389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Integration of trained models into a Streamlit application</a:t>
            </a:r>
          </a:p>
          <a:p>
            <a:pPr algn="l" marL="841293" indent="-420646" lvl="1">
              <a:lnSpc>
                <a:spcPts val="5845"/>
              </a:lnSpc>
              <a:buFont typeface="Arial"/>
              <a:buChar char="•"/>
            </a:pPr>
            <a:r>
              <a:rPr lang="en-US" sz="389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Implementation of real-time image upload and prediction</a:t>
            </a:r>
          </a:p>
          <a:p>
            <a:pPr algn="l" marL="841293" indent="-420646" lvl="1">
              <a:lnSpc>
                <a:spcPts val="5845"/>
              </a:lnSpc>
              <a:buFont typeface="Arial"/>
              <a:buChar char="•"/>
            </a:pPr>
            <a:r>
              <a:rPr lang="en-US" sz="3896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Storage and export of prediction results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95057" y="-66551"/>
            <a:ext cx="5096885" cy="2532707"/>
            <a:chOff x="0" y="0"/>
            <a:chExt cx="5096878" cy="2532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6548"/>
              <a:ext cx="3609591" cy="2398780"/>
            </a:xfrm>
            <a:custGeom>
              <a:avLst/>
              <a:gdLst/>
              <a:ahLst/>
              <a:cxnLst/>
              <a:rect r="r" b="b" t="t" l="l"/>
              <a:pathLst>
                <a:path h="2398780" w="3609591">
                  <a:moveTo>
                    <a:pt x="100584" y="0"/>
                  </a:moveTo>
                  <a:cubicBezTo>
                    <a:pt x="92456" y="23241"/>
                    <a:pt x="84963" y="46482"/>
                    <a:pt x="77724" y="69977"/>
                  </a:cubicBezTo>
                  <a:cubicBezTo>
                    <a:pt x="69088" y="98298"/>
                    <a:pt x="61214" y="126746"/>
                    <a:pt x="54102" y="155321"/>
                  </a:cubicBezTo>
                  <a:cubicBezTo>
                    <a:pt x="46990" y="183896"/>
                    <a:pt x="40386" y="212852"/>
                    <a:pt x="34671" y="241809"/>
                  </a:cubicBezTo>
                  <a:cubicBezTo>
                    <a:pt x="28956" y="270765"/>
                    <a:pt x="23876" y="299848"/>
                    <a:pt x="19558" y="329058"/>
                  </a:cubicBezTo>
                  <a:cubicBezTo>
                    <a:pt x="15240" y="358268"/>
                    <a:pt x="11557" y="387605"/>
                    <a:pt x="8763" y="416942"/>
                  </a:cubicBezTo>
                  <a:cubicBezTo>
                    <a:pt x="5969" y="446279"/>
                    <a:pt x="3683" y="475743"/>
                    <a:pt x="2286" y="505334"/>
                  </a:cubicBezTo>
                  <a:cubicBezTo>
                    <a:pt x="889" y="534925"/>
                    <a:pt x="0" y="564389"/>
                    <a:pt x="0" y="593980"/>
                  </a:cubicBezTo>
                  <a:cubicBezTo>
                    <a:pt x="0" y="623571"/>
                    <a:pt x="762" y="653035"/>
                    <a:pt x="2159" y="682499"/>
                  </a:cubicBezTo>
                  <a:cubicBezTo>
                    <a:pt x="3556" y="711963"/>
                    <a:pt x="5842" y="741427"/>
                    <a:pt x="8636" y="770891"/>
                  </a:cubicBezTo>
                  <a:cubicBezTo>
                    <a:pt x="11430" y="800355"/>
                    <a:pt x="15113" y="829566"/>
                    <a:pt x="19431" y="858776"/>
                  </a:cubicBezTo>
                  <a:cubicBezTo>
                    <a:pt x="23749" y="887986"/>
                    <a:pt x="28829" y="917069"/>
                    <a:pt x="34544" y="946025"/>
                  </a:cubicBezTo>
                  <a:cubicBezTo>
                    <a:pt x="40259" y="974981"/>
                    <a:pt x="46736" y="1003810"/>
                    <a:pt x="53975" y="1032512"/>
                  </a:cubicBezTo>
                  <a:cubicBezTo>
                    <a:pt x="61214" y="1061214"/>
                    <a:pt x="69088" y="1089662"/>
                    <a:pt x="77597" y="1117856"/>
                  </a:cubicBezTo>
                  <a:cubicBezTo>
                    <a:pt x="86106" y="1146050"/>
                    <a:pt x="95377" y="1174117"/>
                    <a:pt x="105410" y="1201930"/>
                  </a:cubicBezTo>
                  <a:cubicBezTo>
                    <a:pt x="115443" y="1229743"/>
                    <a:pt x="125984" y="1257302"/>
                    <a:pt x="137287" y="1284607"/>
                  </a:cubicBezTo>
                  <a:cubicBezTo>
                    <a:pt x="148590" y="1311912"/>
                    <a:pt x="160528" y="1338836"/>
                    <a:pt x="173228" y="1365633"/>
                  </a:cubicBezTo>
                  <a:cubicBezTo>
                    <a:pt x="185928" y="1392430"/>
                    <a:pt x="199136" y="1418719"/>
                    <a:pt x="213106" y="1444755"/>
                  </a:cubicBezTo>
                  <a:cubicBezTo>
                    <a:pt x="227076" y="1470790"/>
                    <a:pt x="241554" y="1496444"/>
                    <a:pt x="256794" y="1521844"/>
                  </a:cubicBezTo>
                  <a:cubicBezTo>
                    <a:pt x="272034" y="1547244"/>
                    <a:pt x="287782" y="1572136"/>
                    <a:pt x="304165" y="1596647"/>
                  </a:cubicBezTo>
                  <a:cubicBezTo>
                    <a:pt x="320548" y="1621158"/>
                    <a:pt x="337566" y="1645415"/>
                    <a:pt x="355219" y="1669037"/>
                  </a:cubicBezTo>
                  <a:cubicBezTo>
                    <a:pt x="372872" y="1692659"/>
                    <a:pt x="391033" y="1716027"/>
                    <a:pt x="409702" y="1738887"/>
                  </a:cubicBezTo>
                  <a:cubicBezTo>
                    <a:pt x="428371" y="1761747"/>
                    <a:pt x="447675" y="1784099"/>
                    <a:pt x="467614" y="1805943"/>
                  </a:cubicBezTo>
                  <a:cubicBezTo>
                    <a:pt x="487553" y="1827787"/>
                    <a:pt x="507873" y="1849250"/>
                    <a:pt x="528700" y="1870078"/>
                  </a:cubicBezTo>
                  <a:cubicBezTo>
                    <a:pt x="549528" y="1890906"/>
                    <a:pt x="570991" y="1911353"/>
                    <a:pt x="592835" y="1931166"/>
                  </a:cubicBezTo>
                  <a:cubicBezTo>
                    <a:pt x="614679" y="1950977"/>
                    <a:pt x="637031" y="1970282"/>
                    <a:pt x="659891" y="1989077"/>
                  </a:cubicBezTo>
                  <a:cubicBezTo>
                    <a:pt x="682751" y="2007873"/>
                    <a:pt x="705992" y="2026035"/>
                    <a:pt x="729741" y="2043561"/>
                  </a:cubicBezTo>
                  <a:cubicBezTo>
                    <a:pt x="753490" y="2061087"/>
                    <a:pt x="777620" y="2078105"/>
                    <a:pt x="802131" y="2094615"/>
                  </a:cubicBezTo>
                  <a:cubicBezTo>
                    <a:pt x="826642" y="2111125"/>
                    <a:pt x="851661" y="2126873"/>
                    <a:pt x="876934" y="2141986"/>
                  </a:cubicBezTo>
                  <a:cubicBezTo>
                    <a:pt x="902207" y="2157099"/>
                    <a:pt x="927988" y="2171704"/>
                    <a:pt x="954023" y="2185674"/>
                  </a:cubicBezTo>
                  <a:cubicBezTo>
                    <a:pt x="980058" y="2199644"/>
                    <a:pt x="1006474" y="2212852"/>
                    <a:pt x="1033144" y="2225552"/>
                  </a:cubicBezTo>
                  <a:cubicBezTo>
                    <a:pt x="1059814" y="2238252"/>
                    <a:pt x="1086865" y="2250190"/>
                    <a:pt x="1114170" y="2261493"/>
                  </a:cubicBezTo>
                  <a:cubicBezTo>
                    <a:pt x="1141475" y="2272796"/>
                    <a:pt x="1169034" y="2283464"/>
                    <a:pt x="1196847" y="2293370"/>
                  </a:cubicBezTo>
                  <a:cubicBezTo>
                    <a:pt x="1224660" y="2303276"/>
                    <a:pt x="1252727" y="2312547"/>
                    <a:pt x="1280921" y="2321183"/>
                  </a:cubicBezTo>
                  <a:cubicBezTo>
                    <a:pt x="1309115" y="2329819"/>
                    <a:pt x="1337690" y="2337693"/>
                    <a:pt x="1366265" y="2344805"/>
                  </a:cubicBezTo>
                  <a:cubicBezTo>
                    <a:pt x="1394840" y="2351917"/>
                    <a:pt x="1423796" y="2358394"/>
                    <a:pt x="1452752" y="2364236"/>
                  </a:cubicBezTo>
                  <a:cubicBezTo>
                    <a:pt x="1481708" y="2370078"/>
                    <a:pt x="1510791" y="2375031"/>
                    <a:pt x="1540001" y="2379349"/>
                  </a:cubicBezTo>
                  <a:cubicBezTo>
                    <a:pt x="1569211" y="2383667"/>
                    <a:pt x="1598548" y="2387350"/>
                    <a:pt x="1627885" y="2390144"/>
                  </a:cubicBezTo>
                  <a:cubicBezTo>
                    <a:pt x="1657222" y="2392938"/>
                    <a:pt x="1686685" y="2395224"/>
                    <a:pt x="1716276" y="2396621"/>
                  </a:cubicBezTo>
                  <a:cubicBezTo>
                    <a:pt x="1745867" y="2398018"/>
                    <a:pt x="1775332" y="2398780"/>
                    <a:pt x="1804795" y="2398780"/>
                  </a:cubicBezTo>
                  <a:cubicBezTo>
                    <a:pt x="1834259" y="2398780"/>
                    <a:pt x="1863850" y="2398018"/>
                    <a:pt x="1893314" y="2396621"/>
                  </a:cubicBezTo>
                  <a:cubicBezTo>
                    <a:pt x="1922778" y="2395224"/>
                    <a:pt x="1952242" y="2392938"/>
                    <a:pt x="1981706" y="2390144"/>
                  </a:cubicBezTo>
                  <a:cubicBezTo>
                    <a:pt x="2011170" y="2387350"/>
                    <a:pt x="2040380" y="2383667"/>
                    <a:pt x="2069590" y="2379349"/>
                  </a:cubicBezTo>
                  <a:cubicBezTo>
                    <a:pt x="2098800" y="2375031"/>
                    <a:pt x="2127883" y="2369951"/>
                    <a:pt x="2156839" y="2364236"/>
                  </a:cubicBezTo>
                  <a:cubicBezTo>
                    <a:pt x="2185795" y="2358521"/>
                    <a:pt x="2214624" y="2352044"/>
                    <a:pt x="2243326" y="2344805"/>
                  </a:cubicBezTo>
                  <a:cubicBezTo>
                    <a:pt x="2272028" y="2337566"/>
                    <a:pt x="2300476" y="2329692"/>
                    <a:pt x="2328670" y="2321183"/>
                  </a:cubicBezTo>
                  <a:cubicBezTo>
                    <a:pt x="2356864" y="2312674"/>
                    <a:pt x="2384931" y="2303403"/>
                    <a:pt x="2412744" y="2293370"/>
                  </a:cubicBezTo>
                  <a:cubicBezTo>
                    <a:pt x="2440557" y="2283337"/>
                    <a:pt x="2468116" y="2272796"/>
                    <a:pt x="2495421" y="2261493"/>
                  </a:cubicBezTo>
                  <a:cubicBezTo>
                    <a:pt x="2522726" y="2250190"/>
                    <a:pt x="2549650" y="2238252"/>
                    <a:pt x="2576447" y="2225552"/>
                  </a:cubicBezTo>
                  <a:cubicBezTo>
                    <a:pt x="2603244" y="2212852"/>
                    <a:pt x="2629533" y="2199644"/>
                    <a:pt x="2655568" y="2185674"/>
                  </a:cubicBezTo>
                  <a:cubicBezTo>
                    <a:pt x="2681603" y="2171704"/>
                    <a:pt x="2707257" y="2157226"/>
                    <a:pt x="2732657" y="2141986"/>
                  </a:cubicBezTo>
                  <a:cubicBezTo>
                    <a:pt x="2758056" y="2126746"/>
                    <a:pt x="2782949" y="2110998"/>
                    <a:pt x="2807459" y="2094615"/>
                  </a:cubicBezTo>
                  <a:cubicBezTo>
                    <a:pt x="2831971" y="2078232"/>
                    <a:pt x="2856227" y="2061214"/>
                    <a:pt x="2879849" y="2043561"/>
                  </a:cubicBezTo>
                  <a:cubicBezTo>
                    <a:pt x="2903471" y="2025908"/>
                    <a:pt x="2926840" y="2007747"/>
                    <a:pt x="2949699" y="1989077"/>
                  </a:cubicBezTo>
                  <a:cubicBezTo>
                    <a:pt x="2972559" y="1970408"/>
                    <a:pt x="2994911" y="1951104"/>
                    <a:pt x="3016755" y="1931166"/>
                  </a:cubicBezTo>
                  <a:cubicBezTo>
                    <a:pt x="3038599" y="1911226"/>
                    <a:pt x="3060062" y="1890906"/>
                    <a:pt x="3080890" y="1870078"/>
                  </a:cubicBezTo>
                  <a:cubicBezTo>
                    <a:pt x="3101718" y="1849250"/>
                    <a:pt x="3122165" y="1827787"/>
                    <a:pt x="3141977" y="1805943"/>
                  </a:cubicBezTo>
                  <a:cubicBezTo>
                    <a:pt x="3161789" y="1784099"/>
                    <a:pt x="3181093" y="1761747"/>
                    <a:pt x="3199889" y="1738887"/>
                  </a:cubicBezTo>
                  <a:cubicBezTo>
                    <a:pt x="3218685" y="1716027"/>
                    <a:pt x="3236846" y="1692786"/>
                    <a:pt x="3254372" y="1669037"/>
                  </a:cubicBezTo>
                  <a:cubicBezTo>
                    <a:pt x="3271898" y="1645288"/>
                    <a:pt x="3288916" y="1621158"/>
                    <a:pt x="3305426" y="1596647"/>
                  </a:cubicBezTo>
                  <a:cubicBezTo>
                    <a:pt x="3321936" y="1572136"/>
                    <a:pt x="3337684" y="1547117"/>
                    <a:pt x="3352797" y="1521844"/>
                  </a:cubicBezTo>
                  <a:cubicBezTo>
                    <a:pt x="3367910" y="1496571"/>
                    <a:pt x="3382515" y="1470790"/>
                    <a:pt x="3396485" y="1444755"/>
                  </a:cubicBezTo>
                  <a:cubicBezTo>
                    <a:pt x="3410455" y="1418719"/>
                    <a:pt x="3423663" y="1392303"/>
                    <a:pt x="3436363" y="1365633"/>
                  </a:cubicBezTo>
                  <a:cubicBezTo>
                    <a:pt x="3449063" y="1338963"/>
                    <a:pt x="3461001" y="1311912"/>
                    <a:pt x="3472304" y="1284607"/>
                  </a:cubicBezTo>
                  <a:cubicBezTo>
                    <a:pt x="3483607" y="1257302"/>
                    <a:pt x="3494275" y="1229743"/>
                    <a:pt x="3504181" y="1201930"/>
                  </a:cubicBezTo>
                  <a:cubicBezTo>
                    <a:pt x="3514087" y="1174117"/>
                    <a:pt x="3523358" y="1146050"/>
                    <a:pt x="3531994" y="1117856"/>
                  </a:cubicBezTo>
                  <a:cubicBezTo>
                    <a:pt x="3540630" y="1089662"/>
                    <a:pt x="3548504" y="1061087"/>
                    <a:pt x="3555616" y="1032512"/>
                  </a:cubicBezTo>
                  <a:cubicBezTo>
                    <a:pt x="3562728" y="1003937"/>
                    <a:pt x="3569205" y="974981"/>
                    <a:pt x="3575047" y="946025"/>
                  </a:cubicBezTo>
                  <a:cubicBezTo>
                    <a:pt x="3580889" y="917069"/>
                    <a:pt x="3585842" y="887986"/>
                    <a:pt x="3590160" y="858776"/>
                  </a:cubicBezTo>
                  <a:cubicBezTo>
                    <a:pt x="3594478" y="829566"/>
                    <a:pt x="3598161" y="800228"/>
                    <a:pt x="3600955" y="770891"/>
                  </a:cubicBezTo>
                  <a:cubicBezTo>
                    <a:pt x="3603749" y="741554"/>
                    <a:pt x="3606035" y="712090"/>
                    <a:pt x="3607432" y="682499"/>
                  </a:cubicBezTo>
                  <a:cubicBezTo>
                    <a:pt x="3608829" y="652908"/>
                    <a:pt x="3609591" y="623444"/>
                    <a:pt x="3609591" y="593980"/>
                  </a:cubicBezTo>
                  <a:cubicBezTo>
                    <a:pt x="3609591" y="564516"/>
                    <a:pt x="3608829" y="534925"/>
                    <a:pt x="3607432" y="505461"/>
                  </a:cubicBezTo>
                  <a:cubicBezTo>
                    <a:pt x="3606035" y="475997"/>
                    <a:pt x="3603749" y="446533"/>
                    <a:pt x="3600955" y="417069"/>
                  </a:cubicBezTo>
                  <a:cubicBezTo>
                    <a:pt x="3598161" y="387605"/>
                    <a:pt x="3594478" y="358395"/>
                    <a:pt x="3590160" y="329185"/>
                  </a:cubicBezTo>
                  <a:cubicBezTo>
                    <a:pt x="3585842" y="299975"/>
                    <a:pt x="3580762" y="270892"/>
                    <a:pt x="3575047" y="241936"/>
                  </a:cubicBezTo>
                  <a:cubicBezTo>
                    <a:pt x="3569332" y="212979"/>
                    <a:pt x="3562855" y="184150"/>
                    <a:pt x="3555616" y="155448"/>
                  </a:cubicBezTo>
                  <a:cubicBezTo>
                    <a:pt x="3548377" y="126746"/>
                    <a:pt x="3540503" y="98298"/>
                    <a:pt x="3531994" y="70104"/>
                  </a:cubicBezTo>
                  <a:cubicBezTo>
                    <a:pt x="3524882" y="46609"/>
                    <a:pt x="3517262" y="23241"/>
                    <a:pt x="3509134" y="127"/>
                  </a:cubicBezTo>
                  <a:close/>
                </a:path>
              </a:pathLst>
            </a:custGeom>
            <a:solidFill>
              <a:srgbClr val="F6F3E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51509" y="66548"/>
              <a:ext cx="2881628" cy="2037084"/>
            </a:xfrm>
            <a:custGeom>
              <a:avLst/>
              <a:gdLst/>
              <a:ahLst/>
              <a:cxnLst/>
              <a:rect r="r" b="b" t="t" l="l"/>
              <a:pathLst>
                <a:path h="2037084" w="2881628">
                  <a:moveTo>
                    <a:pt x="128778" y="0"/>
                  </a:moveTo>
                  <a:cubicBezTo>
                    <a:pt x="46101" y="181737"/>
                    <a:pt x="0" y="383668"/>
                    <a:pt x="0" y="596266"/>
                  </a:cubicBezTo>
                  <a:cubicBezTo>
                    <a:pt x="0" y="1392049"/>
                    <a:pt x="645033" y="2037084"/>
                    <a:pt x="1440814" y="2037084"/>
                  </a:cubicBezTo>
                  <a:cubicBezTo>
                    <a:pt x="2236595" y="2037084"/>
                    <a:pt x="2881628" y="1392049"/>
                    <a:pt x="2881628" y="596266"/>
                  </a:cubicBezTo>
                  <a:cubicBezTo>
                    <a:pt x="2881628" y="383541"/>
                    <a:pt x="2835527" y="181737"/>
                    <a:pt x="2752850" y="0"/>
                  </a:cubicBez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61413" y="66548"/>
              <a:ext cx="3368926" cy="1634366"/>
            </a:xfrm>
            <a:custGeom>
              <a:avLst/>
              <a:gdLst/>
              <a:ahLst/>
              <a:cxnLst/>
              <a:rect r="r" b="b" t="t" l="l"/>
              <a:pathLst>
                <a:path h="1634366" w="3368926">
                  <a:moveTo>
                    <a:pt x="1315973" y="0"/>
                  </a:moveTo>
                  <a:cubicBezTo>
                    <a:pt x="1357374" y="140589"/>
                    <a:pt x="1487676" y="243460"/>
                    <a:pt x="1641473" y="243460"/>
                  </a:cubicBezTo>
                  <a:cubicBezTo>
                    <a:pt x="1795270" y="243460"/>
                    <a:pt x="1925445" y="140589"/>
                    <a:pt x="1966974" y="0"/>
                  </a:cubicBezTo>
                  <a:lnTo>
                    <a:pt x="1876042" y="0"/>
                  </a:lnTo>
                  <a:cubicBezTo>
                    <a:pt x="1838196" y="92329"/>
                    <a:pt x="1747391" y="157607"/>
                    <a:pt x="1641473" y="157607"/>
                  </a:cubicBezTo>
                  <a:cubicBezTo>
                    <a:pt x="1535555" y="157607"/>
                    <a:pt x="1444750" y="92329"/>
                    <a:pt x="1406904" y="0"/>
                  </a:cubicBezTo>
                  <a:close/>
                  <a:moveTo>
                    <a:pt x="1066164" y="0"/>
                  </a:moveTo>
                  <a:cubicBezTo>
                    <a:pt x="1112773" y="325883"/>
                    <a:pt x="1393823" y="577216"/>
                    <a:pt x="1732405" y="577216"/>
                  </a:cubicBezTo>
                  <a:cubicBezTo>
                    <a:pt x="2070987" y="577216"/>
                    <a:pt x="2260979" y="325883"/>
                    <a:pt x="2307714" y="0"/>
                  </a:cubicBezTo>
                  <a:lnTo>
                    <a:pt x="2220847" y="0"/>
                  </a:lnTo>
                  <a:cubicBezTo>
                    <a:pt x="2174999" y="278385"/>
                    <a:pt x="1932684" y="491364"/>
                    <a:pt x="1641600" y="491364"/>
                  </a:cubicBezTo>
                  <a:cubicBezTo>
                    <a:pt x="1350517" y="491364"/>
                    <a:pt x="1108201" y="278385"/>
                    <a:pt x="1062227" y="0"/>
                  </a:cubicBezTo>
                  <a:close/>
                  <a:moveTo>
                    <a:pt x="706627" y="0"/>
                  </a:moveTo>
                  <a:cubicBezTo>
                    <a:pt x="755014" y="521209"/>
                    <a:pt x="1194814" y="930531"/>
                    <a:pt x="1728468" y="930531"/>
                  </a:cubicBezTo>
                  <a:cubicBezTo>
                    <a:pt x="2262122" y="930531"/>
                    <a:pt x="2701922" y="521209"/>
                    <a:pt x="2750309" y="0"/>
                  </a:cubicBezTo>
                  <a:lnTo>
                    <a:pt x="2664076" y="0"/>
                  </a:lnTo>
                  <a:cubicBezTo>
                    <a:pt x="2615943" y="473711"/>
                    <a:pt x="2214750" y="844679"/>
                    <a:pt x="1728468" y="844679"/>
                  </a:cubicBezTo>
                  <a:cubicBezTo>
                    <a:pt x="1242186" y="844679"/>
                    <a:pt x="753998" y="473711"/>
                    <a:pt x="705865" y="0"/>
                  </a:cubicBezTo>
                  <a:close/>
                  <a:moveTo>
                    <a:pt x="357504" y="0"/>
                  </a:moveTo>
                  <a:cubicBezTo>
                    <a:pt x="406780" y="712852"/>
                    <a:pt x="1002537" y="1277876"/>
                    <a:pt x="1727706" y="1277876"/>
                  </a:cubicBezTo>
                  <a:cubicBezTo>
                    <a:pt x="2452875" y="1277876"/>
                    <a:pt x="2962399" y="712852"/>
                    <a:pt x="3011675" y="0"/>
                  </a:cubicBezTo>
                  <a:lnTo>
                    <a:pt x="2925569" y="0"/>
                  </a:lnTo>
                  <a:cubicBezTo>
                    <a:pt x="2876420" y="665481"/>
                    <a:pt x="2319272" y="1191897"/>
                    <a:pt x="1641473" y="1191897"/>
                  </a:cubicBezTo>
                  <a:cubicBezTo>
                    <a:pt x="963675" y="1191897"/>
                    <a:pt x="406399" y="665481"/>
                    <a:pt x="357250" y="0"/>
                  </a:cubicBezTo>
                  <a:close/>
                  <a:moveTo>
                    <a:pt x="0" y="0"/>
                  </a:moveTo>
                  <a:cubicBezTo>
                    <a:pt x="49910" y="909703"/>
                    <a:pt x="805687" y="1634366"/>
                    <a:pt x="1727579" y="1634366"/>
                  </a:cubicBezTo>
                  <a:cubicBezTo>
                    <a:pt x="2649471" y="1634366"/>
                    <a:pt x="3319142" y="909703"/>
                    <a:pt x="3368926" y="0"/>
                  </a:cubicBezTo>
                  <a:lnTo>
                    <a:pt x="3282947" y="0"/>
                  </a:lnTo>
                  <a:cubicBezTo>
                    <a:pt x="3233163" y="862205"/>
                    <a:pt x="2515994" y="1548514"/>
                    <a:pt x="1641473" y="1548514"/>
                  </a:cubicBezTo>
                  <a:cubicBezTo>
                    <a:pt x="766952" y="1548514"/>
                    <a:pt x="49656" y="862205"/>
                    <a:pt x="0" y="0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6548"/>
              <a:ext cx="3612766" cy="2402717"/>
            </a:xfrm>
            <a:custGeom>
              <a:avLst/>
              <a:gdLst/>
              <a:ahLst/>
              <a:cxnLst/>
              <a:rect r="r" b="b" t="t" l="l"/>
              <a:pathLst>
                <a:path h="2402717" w="3612766">
                  <a:moveTo>
                    <a:pt x="0" y="0"/>
                  </a:moveTo>
                  <a:lnTo>
                    <a:pt x="0" y="2402717"/>
                  </a:lnTo>
                  <a:lnTo>
                    <a:pt x="3612766" y="2402717"/>
                  </a:lnTo>
                  <a:lnTo>
                    <a:pt x="361276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51509" y="66548"/>
              <a:ext cx="4381877" cy="2038354"/>
            </a:xfrm>
            <a:custGeom>
              <a:avLst/>
              <a:gdLst/>
              <a:ahLst/>
              <a:cxnLst/>
              <a:rect r="r" b="b" t="t" l="l"/>
              <a:pathLst>
                <a:path h="2038354" w="4381877">
                  <a:moveTo>
                    <a:pt x="0" y="0"/>
                  </a:moveTo>
                  <a:lnTo>
                    <a:pt x="0" y="2038354"/>
                  </a:lnTo>
                  <a:lnTo>
                    <a:pt x="4381878" y="2038354"/>
                  </a:lnTo>
                  <a:lnTo>
                    <a:pt x="438187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99402" y="1564777"/>
            <a:ext cx="12052849" cy="81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TECHNOLOGY 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76205" y="2544308"/>
            <a:ext cx="94859" cy="75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0"/>
              </a:lnSpc>
            </a:pPr>
            <a:r>
              <a:rPr lang="en-US" sz="2712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738696"/>
            <a:ext cx="14427669" cy="419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5909" indent="-437954" lvl="1">
              <a:lnSpc>
                <a:spcPts val="5631"/>
              </a:lnSpc>
              <a:buFont typeface="Arial"/>
              <a:buChar char="•"/>
            </a:pPr>
            <a:r>
              <a:rPr lang="en-US" sz="40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Python – Application development and model implementation</a:t>
            </a:r>
          </a:p>
          <a:p>
            <a:pPr algn="l" marL="875909" indent="-437954" lvl="1">
              <a:lnSpc>
                <a:spcPts val="5631"/>
              </a:lnSpc>
              <a:buFont typeface="Arial"/>
              <a:buChar char="•"/>
            </a:pPr>
            <a:r>
              <a:rPr lang="en-US" sz="40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OpenCV – Image preprocessing operations</a:t>
            </a:r>
          </a:p>
          <a:p>
            <a:pPr algn="l" marL="875909" indent="-437954" lvl="1">
              <a:lnSpc>
                <a:spcPts val="5631"/>
              </a:lnSpc>
              <a:buFont typeface="Arial"/>
              <a:buChar char="•"/>
            </a:pPr>
            <a:r>
              <a:rPr lang="en-US" sz="40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NumPy &amp; Pandas – Data manipulation and storage</a:t>
            </a:r>
          </a:p>
          <a:p>
            <a:pPr algn="l" marL="875909" indent="-437954" lvl="1">
              <a:lnSpc>
                <a:spcPts val="5631"/>
              </a:lnSpc>
              <a:buFont typeface="Arial"/>
              <a:buChar char="•"/>
            </a:pPr>
            <a:r>
              <a:rPr lang="en-US" sz="40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Scikit-learn – Classical machine learning models</a:t>
            </a:r>
          </a:p>
          <a:p>
            <a:pPr algn="l" marL="875909" indent="-437954" lvl="1">
              <a:lnSpc>
                <a:spcPts val="5631"/>
              </a:lnSpc>
              <a:buFont typeface="Arial"/>
              <a:buChar char="•"/>
            </a:pPr>
            <a:r>
              <a:rPr lang="en-US" sz="40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TensorFlow / Keras – Deep learning model development</a:t>
            </a:r>
          </a:p>
          <a:p>
            <a:pPr algn="l" marL="875909" indent="-437954" lvl="1">
              <a:lnSpc>
                <a:spcPts val="5631"/>
              </a:lnSpc>
              <a:buFont typeface="Arial"/>
              <a:buChar char="•"/>
            </a:pPr>
            <a:r>
              <a:rPr lang="en-US" sz="40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Streamlit – Web-based deployment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5057" y="-66551"/>
            <a:ext cx="5096885" cy="2532707"/>
          </a:xfrm>
          <a:custGeom>
            <a:avLst/>
            <a:gdLst/>
            <a:ahLst/>
            <a:cxnLst/>
            <a:rect r="r" b="b" t="t" l="l"/>
            <a:pathLst>
              <a:path h="2532707" w="5096885">
                <a:moveTo>
                  <a:pt x="0" y="0"/>
                </a:moveTo>
                <a:lnTo>
                  <a:pt x="5096885" y="0"/>
                </a:lnTo>
                <a:lnTo>
                  <a:pt x="5096885" y="2532707"/>
                </a:lnTo>
                <a:lnTo>
                  <a:pt x="0" y="2532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09828" y="2376240"/>
            <a:ext cx="11208490" cy="8460555"/>
          </a:xfrm>
          <a:custGeom>
            <a:avLst/>
            <a:gdLst/>
            <a:ahLst/>
            <a:cxnLst/>
            <a:rect r="r" b="b" t="t" l="l"/>
            <a:pathLst>
              <a:path h="8460555" w="11208490">
                <a:moveTo>
                  <a:pt x="0" y="0"/>
                </a:moveTo>
                <a:lnTo>
                  <a:pt x="11208490" y="0"/>
                </a:lnTo>
                <a:lnTo>
                  <a:pt x="11208490" y="8460554"/>
                </a:lnTo>
                <a:lnTo>
                  <a:pt x="0" y="8460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212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37770" y="1103633"/>
            <a:ext cx="7248954" cy="81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WORKFLOW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65886" y="-66551"/>
            <a:ext cx="3188656" cy="2168347"/>
            <a:chOff x="0" y="0"/>
            <a:chExt cx="3188665" cy="2168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6548"/>
              <a:ext cx="2881635" cy="2037078"/>
            </a:xfrm>
            <a:custGeom>
              <a:avLst/>
              <a:gdLst/>
              <a:ahLst/>
              <a:cxnLst/>
              <a:rect r="r" b="b" t="t" l="l"/>
              <a:pathLst>
                <a:path h="2037078" w="2881635">
                  <a:moveTo>
                    <a:pt x="128778" y="0"/>
                  </a:moveTo>
                  <a:cubicBezTo>
                    <a:pt x="46101" y="181737"/>
                    <a:pt x="0" y="383667"/>
                    <a:pt x="0" y="596264"/>
                  </a:cubicBezTo>
                  <a:cubicBezTo>
                    <a:pt x="0" y="1392046"/>
                    <a:pt x="645034" y="2037078"/>
                    <a:pt x="1440818" y="2037078"/>
                  </a:cubicBezTo>
                  <a:cubicBezTo>
                    <a:pt x="2236601" y="2037078"/>
                    <a:pt x="2881635" y="1392046"/>
                    <a:pt x="2881635" y="596264"/>
                  </a:cubicBezTo>
                  <a:cubicBezTo>
                    <a:pt x="2881635" y="383540"/>
                    <a:pt x="2835534" y="181737"/>
                    <a:pt x="2752857" y="0"/>
                  </a:cubicBez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37566" y="66548"/>
              <a:ext cx="2134873" cy="1634489"/>
            </a:xfrm>
            <a:custGeom>
              <a:avLst/>
              <a:gdLst/>
              <a:ahLst/>
              <a:cxnLst/>
              <a:rect r="r" b="b" t="t" l="l"/>
              <a:pathLst>
                <a:path h="1634489" w="2134873">
                  <a:moveTo>
                    <a:pt x="1051816" y="0"/>
                  </a:moveTo>
                  <a:cubicBezTo>
                    <a:pt x="1093218" y="140589"/>
                    <a:pt x="1223521" y="243459"/>
                    <a:pt x="1377318" y="243459"/>
                  </a:cubicBezTo>
                  <a:cubicBezTo>
                    <a:pt x="1531115" y="243459"/>
                    <a:pt x="1661290" y="140589"/>
                    <a:pt x="1702819" y="0"/>
                  </a:cubicBezTo>
                  <a:lnTo>
                    <a:pt x="1611887" y="0"/>
                  </a:lnTo>
                  <a:cubicBezTo>
                    <a:pt x="1574041" y="92329"/>
                    <a:pt x="1483236" y="157607"/>
                    <a:pt x="1377318" y="157607"/>
                  </a:cubicBezTo>
                  <a:cubicBezTo>
                    <a:pt x="1271400" y="157607"/>
                    <a:pt x="1180594" y="92329"/>
                    <a:pt x="1142748" y="0"/>
                  </a:cubicBezTo>
                  <a:close/>
                  <a:moveTo>
                    <a:pt x="802007" y="0"/>
                  </a:moveTo>
                  <a:cubicBezTo>
                    <a:pt x="848616" y="325882"/>
                    <a:pt x="1129667" y="577214"/>
                    <a:pt x="1468250" y="577214"/>
                  </a:cubicBezTo>
                  <a:cubicBezTo>
                    <a:pt x="1621158" y="577214"/>
                    <a:pt x="1762382" y="525907"/>
                    <a:pt x="1875540" y="439674"/>
                  </a:cubicBezTo>
                  <a:lnTo>
                    <a:pt x="1875540" y="326771"/>
                  </a:lnTo>
                  <a:cubicBezTo>
                    <a:pt x="1769876" y="428625"/>
                    <a:pt x="1626238" y="491363"/>
                    <a:pt x="1468250" y="491363"/>
                  </a:cubicBezTo>
                  <a:cubicBezTo>
                    <a:pt x="1177166" y="491363"/>
                    <a:pt x="934849" y="278384"/>
                    <a:pt x="888875" y="0"/>
                  </a:cubicBezTo>
                  <a:close/>
                  <a:moveTo>
                    <a:pt x="533274" y="0"/>
                  </a:moveTo>
                  <a:cubicBezTo>
                    <a:pt x="581661" y="521208"/>
                    <a:pt x="1021463" y="930528"/>
                    <a:pt x="1555118" y="930528"/>
                  </a:cubicBezTo>
                  <a:cubicBezTo>
                    <a:pt x="1699771" y="930528"/>
                    <a:pt x="1837440" y="900429"/>
                    <a:pt x="1962407" y="846200"/>
                  </a:cubicBezTo>
                  <a:lnTo>
                    <a:pt x="1962407" y="751839"/>
                  </a:lnTo>
                  <a:cubicBezTo>
                    <a:pt x="1839091" y="811275"/>
                    <a:pt x="1700914" y="844676"/>
                    <a:pt x="1555118" y="844676"/>
                  </a:cubicBezTo>
                  <a:cubicBezTo>
                    <a:pt x="1068961" y="844676"/>
                    <a:pt x="667640" y="473710"/>
                    <a:pt x="619508" y="0"/>
                  </a:cubicBezTo>
                  <a:close/>
                  <a:moveTo>
                    <a:pt x="271146" y="0"/>
                  </a:moveTo>
                  <a:cubicBezTo>
                    <a:pt x="320422" y="712850"/>
                    <a:pt x="916180" y="1277873"/>
                    <a:pt x="1641351" y="1277873"/>
                  </a:cubicBezTo>
                  <a:cubicBezTo>
                    <a:pt x="1783083" y="1277873"/>
                    <a:pt x="1919862" y="1256283"/>
                    <a:pt x="2048640" y="1216278"/>
                  </a:cubicBezTo>
                  <a:lnTo>
                    <a:pt x="2048640" y="1125981"/>
                  </a:lnTo>
                  <a:cubicBezTo>
                    <a:pt x="1920625" y="1168780"/>
                    <a:pt x="1783592" y="1192021"/>
                    <a:pt x="1641351" y="1192021"/>
                  </a:cubicBezTo>
                  <a:cubicBezTo>
                    <a:pt x="963551" y="1192021"/>
                    <a:pt x="406401" y="665606"/>
                    <a:pt x="357252" y="127"/>
                  </a:cubicBezTo>
                  <a:close/>
                  <a:moveTo>
                    <a:pt x="0" y="127"/>
                  </a:moveTo>
                  <a:cubicBezTo>
                    <a:pt x="49912" y="909827"/>
                    <a:pt x="805690" y="1634489"/>
                    <a:pt x="1727585" y="1634489"/>
                  </a:cubicBezTo>
                  <a:cubicBezTo>
                    <a:pt x="1867793" y="1634489"/>
                    <a:pt x="2004190" y="1617725"/>
                    <a:pt x="2134874" y="1586102"/>
                  </a:cubicBezTo>
                  <a:lnTo>
                    <a:pt x="2134874" y="1497583"/>
                  </a:lnTo>
                  <a:cubicBezTo>
                    <a:pt x="2004571" y="1530857"/>
                    <a:pt x="1868174" y="1548637"/>
                    <a:pt x="1727585" y="1548637"/>
                  </a:cubicBezTo>
                  <a:cubicBezTo>
                    <a:pt x="853061" y="1548637"/>
                    <a:pt x="135891" y="862329"/>
                    <a:pt x="86107" y="127"/>
                  </a:cubicBezTo>
                  <a:close/>
                </a:path>
              </a:pathLst>
            </a:custGeom>
            <a:solidFill>
              <a:srgbClr val="DCD0C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6548"/>
              <a:ext cx="3058673" cy="2038348"/>
            </a:xfrm>
            <a:custGeom>
              <a:avLst/>
              <a:gdLst/>
              <a:ahLst/>
              <a:cxnLst/>
              <a:rect r="r" b="b" t="t" l="l"/>
              <a:pathLst>
                <a:path h="2038348" w="3058673">
                  <a:moveTo>
                    <a:pt x="0" y="0"/>
                  </a:moveTo>
                  <a:lnTo>
                    <a:pt x="0" y="2038348"/>
                  </a:lnTo>
                  <a:lnTo>
                    <a:pt x="3058673" y="2038348"/>
                  </a:lnTo>
                  <a:lnTo>
                    <a:pt x="30586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82857" y="1327556"/>
            <a:ext cx="14119984" cy="66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0"/>
              </a:lnSpc>
            </a:pPr>
            <a:r>
              <a:rPr lang="en-US" sz="7481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PERFORMANCE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542" y="2374006"/>
            <a:ext cx="18288000" cy="721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139" indent="-405569" lvl="1">
              <a:lnSpc>
                <a:spcPts val="5214"/>
              </a:lnSpc>
              <a:buFont typeface="Arial"/>
              <a:buChar char="•"/>
            </a:pPr>
            <a:r>
              <a:rPr lang="en-US" sz="37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dataset was divided into training and evaluation sets to assess model performance</a:t>
            </a:r>
          </a:p>
          <a:p>
            <a:pPr algn="l" marL="811139" indent="-405569" lvl="1">
              <a:lnSpc>
                <a:spcPts val="5214"/>
              </a:lnSpc>
              <a:buFont typeface="Arial"/>
              <a:buChar char="•"/>
            </a:pPr>
            <a:r>
              <a:rPr lang="en-US" sz="37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Multiple evaluation metrics were used to measure classification effectiveness</a:t>
            </a:r>
          </a:p>
          <a:p>
            <a:pPr algn="l" marL="811139" indent="-405569" lvl="1">
              <a:lnSpc>
                <a:spcPts val="5214"/>
              </a:lnSpc>
              <a:buFont typeface="Arial"/>
              <a:buChar char="•"/>
            </a:pPr>
            <a:r>
              <a:rPr lang="en-US" sz="37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Accuracy was used to determine overall scanner identification performance</a:t>
            </a:r>
          </a:p>
          <a:p>
            <a:pPr algn="l" marL="811139" indent="-405569" lvl="1">
              <a:lnSpc>
                <a:spcPts val="5214"/>
              </a:lnSpc>
              <a:buFont typeface="Arial"/>
              <a:buChar char="•"/>
            </a:pPr>
            <a:r>
              <a:rPr lang="en-US" sz="37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Precision and recall were analyzed to study class-wise prediction behavior</a:t>
            </a:r>
          </a:p>
          <a:p>
            <a:pPr algn="l" marL="811139" indent="-405569" lvl="1">
              <a:lnSpc>
                <a:spcPts val="5214"/>
              </a:lnSpc>
              <a:buFont typeface="Arial"/>
              <a:buChar char="•"/>
            </a:pPr>
            <a:r>
              <a:rPr lang="en-US" sz="37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F1-score was used to balance precision and recall across scanner classes</a:t>
            </a:r>
          </a:p>
          <a:p>
            <a:pPr algn="l" marL="811139" indent="-405569" lvl="1">
              <a:lnSpc>
                <a:spcPts val="5214"/>
              </a:lnSpc>
              <a:buFont typeface="Arial"/>
              <a:buChar char="•"/>
            </a:pPr>
            <a:r>
              <a:rPr lang="en-US" sz="37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Confusion matrices were examined to identify misclassification patterns</a:t>
            </a:r>
          </a:p>
          <a:p>
            <a:pPr algn="l" marL="811139" indent="-405569" lvl="1">
              <a:lnSpc>
                <a:spcPts val="5214"/>
              </a:lnSpc>
              <a:buFont typeface="Arial"/>
              <a:buChar char="•"/>
            </a:pPr>
            <a:r>
              <a:rPr lang="en-US" sz="37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Performance of classical machine learning models was compared with the CNN model</a:t>
            </a:r>
          </a:p>
          <a:p>
            <a:pPr algn="l" marL="811139" indent="-405569" lvl="1">
              <a:lnSpc>
                <a:spcPts val="5214"/>
              </a:lnSpc>
              <a:buFont typeface="Arial"/>
              <a:buChar char="•"/>
            </a:pPr>
            <a:r>
              <a:rPr lang="en-US" sz="3757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evaluation confirmed consistent and reliable scanner identification results</a:t>
            </a:r>
          </a:p>
          <a:p>
            <a:pPr algn="l">
              <a:lnSpc>
                <a:spcPts val="521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4912795" cy="3056430"/>
          </a:xfrm>
          <a:custGeom>
            <a:avLst/>
            <a:gdLst/>
            <a:ahLst/>
            <a:cxnLst/>
            <a:rect r="r" b="b" t="t" l="l"/>
            <a:pathLst>
              <a:path h="3056430" w="4912795">
                <a:moveTo>
                  <a:pt x="0" y="0"/>
                </a:moveTo>
                <a:lnTo>
                  <a:pt x="4912795" y="0"/>
                </a:lnTo>
                <a:lnTo>
                  <a:pt x="4912795" y="3056429"/>
                </a:lnTo>
                <a:lnTo>
                  <a:pt x="0" y="3056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99590" y="0"/>
            <a:ext cx="317611" cy="102927"/>
            <a:chOff x="0" y="0"/>
            <a:chExt cx="317614" cy="1029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0160" y="0"/>
              <a:ext cx="297312" cy="102867"/>
            </a:xfrm>
            <a:custGeom>
              <a:avLst/>
              <a:gdLst/>
              <a:ahLst/>
              <a:cxnLst/>
              <a:rect r="r" b="b" t="t" l="l"/>
              <a:pathLst>
                <a:path h="102867" w="297312">
                  <a:moveTo>
                    <a:pt x="0" y="0"/>
                  </a:moveTo>
                  <a:cubicBezTo>
                    <a:pt x="22607" y="60069"/>
                    <a:pt x="80647" y="102867"/>
                    <a:pt x="148593" y="102867"/>
                  </a:cubicBezTo>
                  <a:cubicBezTo>
                    <a:pt x="216539" y="102867"/>
                    <a:pt x="274706" y="60069"/>
                    <a:pt x="297313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4806698" y="-63503"/>
            <a:ext cx="445094" cy="1065581"/>
            <a:chOff x="0" y="0"/>
            <a:chExt cx="445097" cy="1065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1" y="266700"/>
              <a:ext cx="318139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9">
                  <a:moveTo>
                    <a:pt x="318139" y="158750"/>
                  </a:moveTo>
                  <a:cubicBezTo>
                    <a:pt x="318139" y="246380"/>
                    <a:pt x="247018" y="317500"/>
                    <a:pt x="158879" y="317500"/>
                  </a:cubicBezTo>
                  <a:cubicBezTo>
                    <a:pt x="71121" y="317500"/>
                    <a:pt x="0" y="246380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891" y="0"/>
                    <a:pt x="318012" y="71120"/>
                    <a:pt x="318012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1" y="684530"/>
              <a:ext cx="318139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9">
                  <a:moveTo>
                    <a:pt x="318139" y="158750"/>
                  </a:moveTo>
                  <a:cubicBezTo>
                    <a:pt x="318139" y="246380"/>
                    <a:pt x="247018" y="317500"/>
                    <a:pt x="158879" y="317500"/>
                  </a:cubicBezTo>
                  <a:cubicBezTo>
                    <a:pt x="71121" y="317500"/>
                    <a:pt x="0" y="246380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891" y="0"/>
                    <a:pt x="318012" y="71120"/>
                    <a:pt x="318012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3661" y="63500"/>
              <a:ext cx="297819" cy="102870"/>
            </a:xfrm>
            <a:custGeom>
              <a:avLst/>
              <a:gdLst/>
              <a:ahLst/>
              <a:cxnLst/>
              <a:rect r="r" b="b" t="t" l="l"/>
              <a:pathLst>
                <a:path h="102870" w="297819">
                  <a:moveTo>
                    <a:pt x="0" y="0"/>
                  </a:moveTo>
                  <a:cubicBezTo>
                    <a:pt x="22606" y="60071"/>
                    <a:pt x="80646" y="102870"/>
                    <a:pt x="148719" y="102870"/>
                  </a:cubicBezTo>
                  <a:cubicBezTo>
                    <a:pt x="217046" y="102870"/>
                    <a:pt x="275213" y="60071"/>
                    <a:pt x="297819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277776" y="-63503"/>
            <a:ext cx="444608" cy="647757"/>
            <a:chOff x="0" y="0"/>
            <a:chExt cx="444602" cy="6477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499" y="266699"/>
              <a:ext cx="317623" cy="317499"/>
            </a:xfrm>
            <a:custGeom>
              <a:avLst/>
              <a:gdLst/>
              <a:ahLst/>
              <a:cxnLst/>
              <a:rect r="r" b="b" t="t" l="l"/>
              <a:pathLst>
                <a:path h="317499" w="317623">
                  <a:moveTo>
                    <a:pt x="317623" y="158750"/>
                  </a:moveTo>
                  <a:cubicBezTo>
                    <a:pt x="317623" y="246380"/>
                    <a:pt x="246504" y="317499"/>
                    <a:pt x="158875" y="317499"/>
                  </a:cubicBezTo>
                  <a:cubicBezTo>
                    <a:pt x="71246" y="317499"/>
                    <a:pt x="0" y="246380"/>
                    <a:pt x="0" y="158750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3659" y="63500"/>
              <a:ext cx="297303" cy="102870"/>
            </a:xfrm>
            <a:custGeom>
              <a:avLst/>
              <a:gdLst/>
              <a:ahLst/>
              <a:cxnLst/>
              <a:rect r="r" b="b" t="t" l="l"/>
              <a:pathLst>
                <a:path h="102870" w="297303">
                  <a:moveTo>
                    <a:pt x="0" y="0"/>
                  </a:moveTo>
                  <a:cubicBezTo>
                    <a:pt x="22606" y="60071"/>
                    <a:pt x="80644" y="102870"/>
                    <a:pt x="148715" y="102870"/>
                  </a:cubicBezTo>
                  <a:cubicBezTo>
                    <a:pt x="216786" y="102870"/>
                    <a:pt x="274698" y="60071"/>
                    <a:pt x="297304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748378" y="-63503"/>
            <a:ext cx="444608" cy="1483414"/>
            <a:chOff x="0" y="0"/>
            <a:chExt cx="444614" cy="14834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1" y="266700"/>
              <a:ext cx="317631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31">
                  <a:moveTo>
                    <a:pt x="317631" y="158750"/>
                  </a:moveTo>
                  <a:cubicBezTo>
                    <a:pt x="317631" y="246381"/>
                    <a:pt x="246510" y="317501"/>
                    <a:pt x="158879" y="317501"/>
                  </a:cubicBezTo>
                  <a:cubicBezTo>
                    <a:pt x="71248" y="317501"/>
                    <a:pt x="0" y="246381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1" y="684531"/>
              <a:ext cx="317631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31">
                  <a:moveTo>
                    <a:pt x="317631" y="158750"/>
                  </a:moveTo>
                  <a:cubicBezTo>
                    <a:pt x="317631" y="246380"/>
                    <a:pt x="246510" y="317500"/>
                    <a:pt x="158879" y="317500"/>
                  </a:cubicBezTo>
                  <a:cubicBezTo>
                    <a:pt x="71248" y="317500"/>
                    <a:pt x="0" y="246380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1" y="1102361"/>
              <a:ext cx="317631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31">
                  <a:moveTo>
                    <a:pt x="317631" y="158750"/>
                  </a:moveTo>
                  <a:cubicBezTo>
                    <a:pt x="317631" y="246380"/>
                    <a:pt x="246510" y="317500"/>
                    <a:pt x="158879" y="317500"/>
                  </a:cubicBezTo>
                  <a:cubicBezTo>
                    <a:pt x="71248" y="317500"/>
                    <a:pt x="0" y="246380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3661" y="63500"/>
              <a:ext cx="297311" cy="102870"/>
            </a:xfrm>
            <a:custGeom>
              <a:avLst/>
              <a:gdLst/>
              <a:ahLst/>
              <a:cxnLst/>
              <a:rect r="r" b="b" t="t" l="l"/>
              <a:pathLst>
                <a:path h="102870" w="297311">
                  <a:moveTo>
                    <a:pt x="0" y="0"/>
                  </a:moveTo>
                  <a:cubicBezTo>
                    <a:pt x="22606" y="60071"/>
                    <a:pt x="80646" y="102870"/>
                    <a:pt x="148719" y="102870"/>
                  </a:cubicBezTo>
                  <a:cubicBezTo>
                    <a:pt x="216792" y="102870"/>
                    <a:pt x="274705" y="60071"/>
                    <a:pt x="297311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218980" y="-63503"/>
            <a:ext cx="445094" cy="1901238"/>
            <a:chOff x="0" y="0"/>
            <a:chExt cx="445097" cy="19012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1" y="266700"/>
              <a:ext cx="31813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8">
                  <a:moveTo>
                    <a:pt x="318138" y="158751"/>
                  </a:moveTo>
                  <a:cubicBezTo>
                    <a:pt x="318138" y="246381"/>
                    <a:pt x="247017" y="317501"/>
                    <a:pt x="159386" y="317501"/>
                  </a:cubicBezTo>
                  <a:cubicBezTo>
                    <a:pt x="71120" y="317501"/>
                    <a:pt x="0" y="246381"/>
                    <a:pt x="0" y="158751"/>
                  </a:cubicBezTo>
                  <a:cubicBezTo>
                    <a:pt x="0" y="71120"/>
                    <a:pt x="71120" y="0"/>
                    <a:pt x="159259" y="0"/>
                  </a:cubicBezTo>
                  <a:cubicBezTo>
                    <a:pt x="246890" y="0"/>
                    <a:pt x="318011" y="71120"/>
                    <a:pt x="318011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1" y="684531"/>
              <a:ext cx="31813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8">
                  <a:moveTo>
                    <a:pt x="318138" y="158750"/>
                  </a:moveTo>
                  <a:cubicBezTo>
                    <a:pt x="318138" y="246380"/>
                    <a:pt x="247017" y="317500"/>
                    <a:pt x="159386" y="317500"/>
                  </a:cubicBezTo>
                  <a:cubicBezTo>
                    <a:pt x="71120" y="317500"/>
                    <a:pt x="0" y="246380"/>
                    <a:pt x="0" y="158750"/>
                  </a:cubicBezTo>
                  <a:cubicBezTo>
                    <a:pt x="0" y="71120"/>
                    <a:pt x="71120" y="0"/>
                    <a:pt x="159259" y="0"/>
                  </a:cubicBezTo>
                  <a:cubicBezTo>
                    <a:pt x="246890" y="0"/>
                    <a:pt x="318011" y="71120"/>
                    <a:pt x="318011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1" y="1102361"/>
              <a:ext cx="31813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8">
                  <a:moveTo>
                    <a:pt x="318138" y="158751"/>
                  </a:moveTo>
                  <a:cubicBezTo>
                    <a:pt x="318138" y="246381"/>
                    <a:pt x="247017" y="317501"/>
                    <a:pt x="159386" y="317501"/>
                  </a:cubicBezTo>
                  <a:cubicBezTo>
                    <a:pt x="71120" y="317501"/>
                    <a:pt x="0" y="246381"/>
                    <a:pt x="0" y="158751"/>
                  </a:cubicBezTo>
                  <a:cubicBezTo>
                    <a:pt x="0" y="71121"/>
                    <a:pt x="71120" y="0"/>
                    <a:pt x="159259" y="0"/>
                  </a:cubicBezTo>
                  <a:cubicBezTo>
                    <a:pt x="246890" y="0"/>
                    <a:pt x="318011" y="71121"/>
                    <a:pt x="318011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1" y="1519684"/>
              <a:ext cx="31813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138">
                  <a:moveTo>
                    <a:pt x="318138" y="159258"/>
                  </a:moveTo>
                  <a:cubicBezTo>
                    <a:pt x="318138" y="246888"/>
                    <a:pt x="247017" y="318008"/>
                    <a:pt x="159386" y="318008"/>
                  </a:cubicBezTo>
                  <a:cubicBezTo>
                    <a:pt x="71120" y="318008"/>
                    <a:pt x="0" y="246888"/>
                    <a:pt x="0" y="159258"/>
                  </a:cubicBezTo>
                  <a:cubicBezTo>
                    <a:pt x="0" y="71120"/>
                    <a:pt x="71120" y="0"/>
                    <a:pt x="159259" y="0"/>
                  </a:cubicBezTo>
                  <a:cubicBezTo>
                    <a:pt x="246890" y="0"/>
                    <a:pt x="318011" y="71120"/>
                    <a:pt x="318011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73661" y="63500"/>
              <a:ext cx="297818" cy="102870"/>
            </a:xfrm>
            <a:custGeom>
              <a:avLst/>
              <a:gdLst/>
              <a:ahLst/>
              <a:cxnLst/>
              <a:rect r="r" b="b" t="t" l="l"/>
              <a:pathLst>
                <a:path h="102870" w="297818">
                  <a:moveTo>
                    <a:pt x="0" y="0"/>
                  </a:moveTo>
                  <a:cubicBezTo>
                    <a:pt x="22606" y="60071"/>
                    <a:pt x="80773" y="102870"/>
                    <a:pt x="149099" y="102870"/>
                  </a:cubicBezTo>
                  <a:cubicBezTo>
                    <a:pt x="217045" y="102870"/>
                    <a:pt x="275085" y="60071"/>
                    <a:pt x="297818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690067" y="-63503"/>
            <a:ext cx="444608" cy="2319071"/>
            <a:chOff x="0" y="0"/>
            <a:chExt cx="444602" cy="2319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266701"/>
              <a:ext cx="317623" cy="317501"/>
            </a:xfrm>
            <a:custGeom>
              <a:avLst/>
              <a:gdLst/>
              <a:ahLst/>
              <a:cxnLst/>
              <a:rect r="r" b="b" t="t" l="l"/>
              <a:pathLst>
                <a:path h="317501" w="317623">
                  <a:moveTo>
                    <a:pt x="317623" y="158750"/>
                  </a:moveTo>
                  <a:cubicBezTo>
                    <a:pt x="317623" y="246380"/>
                    <a:pt x="246504" y="317500"/>
                    <a:pt x="158875" y="317500"/>
                  </a:cubicBezTo>
                  <a:cubicBezTo>
                    <a:pt x="71246" y="317500"/>
                    <a:pt x="0" y="246380"/>
                    <a:pt x="0" y="158750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684531"/>
              <a:ext cx="317623" cy="317501"/>
            </a:xfrm>
            <a:custGeom>
              <a:avLst/>
              <a:gdLst/>
              <a:ahLst/>
              <a:cxnLst/>
              <a:rect r="r" b="b" t="t" l="l"/>
              <a:pathLst>
                <a:path h="317501" w="317623">
                  <a:moveTo>
                    <a:pt x="317623" y="158751"/>
                  </a:moveTo>
                  <a:cubicBezTo>
                    <a:pt x="317623" y="246381"/>
                    <a:pt x="246504" y="317501"/>
                    <a:pt x="158875" y="317501"/>
                  </a:cubicBezTo>
                  <a:cubicBezTo>
                    <a:pt x="71246" y="317501"/>
                    <a:pt x="0" y="246381"/>
                    <a:pt x="0" y="158751"/>
                  </a:cubicBezTo>
                  <a:cubicBezTo>
                    <a:pt x="0" y="71121"/>
                    <a:pt x="71119" y="0"/>
                    <a:pt x="158748" y="0"/>
                  </a:cubicBezTo>
                  <a:cubicBezTo>
                    <a:pt x="246377" y="0"/>
                    <a:pt x="317496" y="71121"/>
                    <a:pt x="317496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102362"/>
              <a:ext cx="317623" cy="317501"/>
            </a:xfrm>
            <a:custGeom>
              <a:avLst/>
              <a:gdLst/>
              <a:ahLst/>
              <a:cxnLst/>
              <a:rect r="r" b="b" t="t" l="l"/>
              <a:pathLst>
                <a:path h="317501" w="317623">
                  <a:moveTo>
                    <a:pt x="317623" y="158751"/>
                  </a:moveTo>
                  <a:cubicBezTo>
                    <a:pt x="317623" y="246381"/>
                    <a:pt x="246504" y="317501"/>
                    <a:pt x="158875" y="317501"/>
                  </a:cubicBezTo>
                  <a:cubicBezTo>
                    <a:pt x="71246" y="317501"/>
                    <a:pt x="0" y="246381"/>
                    <a:pt x="0" y="158751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499" y="1519685"/>
              <a:ext cx="317623" cy="318009"/>
            </a:xfrm>
            <a:custGeom>
              <a:avLst/>
              <a:gdLst/>
              <a:ahLst/>
              <a:cxnLst/>
              <a:rect r="r" b="b" t="t" l="l"/>
              <a:pathLst>
                <a:path h="318009" w="317623">
                  <a:moveTo>
                    <a:pt x="317623" y="159258"/>
                  </a:moveTo>
                  <a:cubicBezTo>
                    <a:pt x="317623" y="246888"/>
                    <a:pt x="246504" y="318009"/>
                    <a:pt x="158875" y="318009"/>
                  </a:cubicBezTo>
                  <a:cubicBezTo>
                    <a:pt x="71246" y="318009"/>
                    <a:pt x="0" y="246889"/>
                    <a:pt x="0" y="159258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499" y="1937516"/>
              <a:ext cx="317623" cy="318008"/>
            </a:xfrm>
            <a:custGeom>
              <a:avLst/>
              <a:gdLst/>
              <a:ahLst/>
              <a:cxnLst/>
              <a:rect r="r" b="b" t="t" l="l"/>
              <a:pathLst>
                <a:path h="318008" w="317623">
                  <a:moveTo>
                    <a:pt x="317623" y="158750"/>
                  </a:moveTo>
                  <a:cubicBezTo>
                    <a:pt x="317623" y="246888"/>
                    <a:pt x="246504" y="318008"/>
                    <a:pt x="158875" y="318008"/>
                  </a:cubicBezTo>
                  <a:cubicBezTo>
                    <a:pt x="71246" y="318008"/>
                    <a:pt x="0" y="246888"/>
                    <a:pt x="0" y="158750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73659" y="63500"/>
              <a:ext cx="297303" cy="102870"/>
            </a:xfrm>
            <a:custGeom>
              <a:avLst/>
              <a:gdLst/>
              <a:ahLst/>
              <a:cxnLst/>
              <a:rect r="r" b="b" t="t" l="l"/>
              <a:pathLst>
                <a:path h="102870" w="297303">
                  <a:moveTo>
                    <a:pt x="0" y="0"/>
                  </a:moveTo>
                  <a:cubicBezTo>
                    <a:pt x="22606" y="60071"/>
                    <a:pt x="80644" y="102870"/>
                    <a:pt x="148715" y="102870"/>
                  </a:cubicBezTo>
                  <a:cubicBezTo>
                    <a:pt x="216786" y="102870"/>
                    <a:pt x="274698" y="60071"/>
                    <a:pt x="297304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160669" y="-63503"/>
            <a:ext cx="444608" cy="1901238"/>
            <a:chOff x="0" y="0"/>
            <a:chExt cx="444602" cy="19012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499" y="266700"/>
              <a:ext cx="317623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23">
                  <a:moveTo>
                    <a:pt x="317623" y="158751"/>
                  </a:moveTo>
                  <a:cubicBezTo>
                    <a:pt x="317623" y="246381"/>
                    <a:pt x="246885" y="317501"/>
                    <a:pt x="158875" y="317501"/>
                  </a:cubicBezTo>
                  <a:cubicBezTo>
                    <a:pt x="71119" y="317501"/>
                    <a:pt x="0" y="246381"/>
                    <a:pt x="0" y="158751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885" y="0"/>
                    <a:pt x="317496" y="71120"/>
                    <a:pt x="317496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3499" y="684531"/>
              <a:ext cx="317623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23">
                  <a:moveTo>
                    <a:pt x="317623" y="158750"/>
                  </a:moveTo>
                  <a:cubicBezTo>
                    <a:pt x="317623" y="246380"/>
                    <a:pt x="246885" y="317500"/>
                    <a:pt x="158875" y="317500"/>
                  </a:cubicBezTo>
                  <a:cubicBezTo>
                    <a:pt x="71119" y="317500"/>
                    <a:pt x="0" y="246380"/>
                    <a:pt x="0" y="158750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885" y="0"/>
                    <a:pt x="317496" y="71120"/>
                    <a:pt x="317496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626" y="1102361"/>
              <a:ext cx="317496" cy="317500"/>
            </a:xfrm>
            <a:custGeom>
              <a:avLst/>
              <a:gdLst/>
              <a:ahLst/>
              <a:cxnLst/>
              <a:rect r="r" b="b" t="t" l="l"/>
              <a:pathLst>
                <a:path h="317500" w="317496">
                  <a:moveTo>
                    <a:pt x="317496" y="158751"/>
                  </a:moveTo>
                  <a:cubicBezTo>
                    <a:pt x="317496" y="246381"/>
                    <a:pt x="246758" y="317501"/>
                    <a:pt x="158748" y="317501"/>
                  </a:cubicBezTo>
                  <a:cubicBezTo>
                    <a:pt x="71119" y="317501"/>
                    <a:pt x="0" y="246381"/>
                    <a:pt x="0" y="158751"/>
                  </a:cubicBezTo>
                  <a:cubicBezTo>
                    <a:pt x="0" y="71121"/>
                    <a:pt x="71119" y="0"/>
                    <a:pt x="158748" y="0"/>
                  </a:cubicBezTo>
                  <a:cubicBezTo>
                    <a:pt x="246885" y="0"/>
                    <a:pt x="317496" y="71121"/>
                    <a:pt x="317496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626" y="1519684"/>
              <a:ext cx="317496" cy="318008"/>
            </a:xfrm>
            <a:custGeom>
              <a:avLst/>
              <a:gdLst/>
              <a:ahLst/>
              <a:cxnLst/>
              <a:rect r="r" b="b" t="t" l="l"/>
              <a:pathLst>
                <a:path h="318008" w="317496">
                  <a:moveTo>
                    <a:pt x="317496" y="159258"/>
                  </a:moveTo>
                  <a:cubicBezTo>
                    <a:pt x="317496" y="246888"/>
                    <a:pt x="246758" y="318008"/>
                    <a:pt x="158748" y="318008"/>
                  </a:cubicBezTo>
                  <a:cubicBezTo>
                    <a:pt x="71119" y="318008"/>
                    <a:pt x="0" y="246888"/>
                    <a:pt x="0" y="159258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885" y="0"/>
                    <a:pt x="317496" y="71120"/>
                    <a:pt x="317496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73659" y="63500"/>
              <a:ext cx="297430" cy="102870"/>
            </a:xfrm>
            <a:custGeom>
              <a:avLst/>
              <a:gdLst/>
              <a:ahLst/>
              <a:cxnLst/>
              <a:rect r="r" b="b" t="t" l="l"/>
              <a:pathLst>
                <a:path h="102870" w="297430">
                  <a:moveTo>
                    <a:pt x="0" y="0"/>
                  </a:moveTo>
                  <a:cubicBezTo>
                    <a:pt x="22606" y="60071"/>
                    <a:pt x="80644" y="102870"/>
                    <a:pt x="148715" y="102870"/>
                  </a:cubicBezTo>
                  <a:cubicBezTo>
                    <a:pt x="217041" y="102870"/>
                    <a:pt x="274952" y="60071"/>
                    <a:pt x="297431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7631756" y="-63503"/>
            <a:ext cx="444608" cy="2736409"/>
            <a:chOff x="0" y="0"/>
            <a:chExt cx="444614" cy="27364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1" y="266700"/>
              <a:ext cx="317631" cy="317499"/>
            </a:xfrm>
            <a:custGeom>
              <a:avLst/>
              <a:gdLst/>
              <a:ahLst/>
              <a:cxnLst/>
              <a:rect r="r" b="b" t="t" l="l"/>
              <a:pathLst>
                <a:path h="317499" w="317631">
                  <a:moveTo>
                    <a:pt x="317631" y="158749"/>
                  </a:moveTo>
                  <a:cubicBezTo>
                    <a:pt x="317631" y="246379"/>
                    <a:pt x="246510" y="317499"/>
                    <a:pt x="158879" y="317499"/>
                  </a:cubicBezTo>
                  <a:cubicBezTo>
                    <a:pt x="70740" y="317499"/>
                    <a:pt x="0" y="246379"/>
                    <a:pt x="0" y="158749"/>
                  </a:cubicBezTo>
                  <a:cubicBezTo>
                    <a:pt x="0" y="71119"/>
                    <a:pt x="70740" y="0"/>
                    <a:pt x="158752" y="0"/>
                  </a:cubicBezTo>
                  <a:cubicBezTo>
                    <a:pt x="246383" y="0"/>
                    <a:pt x="317504" y="71119"/>
                    <a:pt x="317504" y="158749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1" y="684529"/>
              <a:ext cx="317631" cy="317499"/>
            </a:xfrm>
            <a:custGeom>
              <a:avLst/>
              <a:gdLst/>
              <a:ahLst/>
              <a:cxnLst/>
              <a:rect r="r" b="b" t="t" l="l"/>
              <a:pathLst>
                <a:path h="317499" w="317631">
                  <a:moveTo>
                    <a:pt x="317631" y="158749"/>
                  </a:moveTo>
                  <a:cubicBezTo>
                    <a:pt x="317631" y="246379"/>
                    <a:pt x="246510" y="317499"/>
                    <a:pt x="158879" y="317499"/>
                  </a:cubicBezTo>
                  <a:cubicBezTo>
                    <a:pt x="70740" y="317499"/>
                    <a:pt x="0" y="246379"/>
                    <a:pt x="0" y="158749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8749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628" y="1102358"/>
              <a:ext cx="317504" cy="317499"/>
            </a:xfrm>
            <a:custGeom>
              <a:avLst/>
              <a:gdLst/>
              <a:ahLst/>
              <a:cxnLst/>
              <a:rect r="r" b="b" t="t" l="l"/>
              <a:pathLst>
                <a:path h="317499" w="317504">
                  <a:moveTo>
                    <a:pt x="317504" y="158750"/>
                  </a:moveTo>
                  <a:cubicBezTo>
                    <a:pt x="317504" y="246380"/>
                    <a:pt x="246383" y="317499"/>
                    <a:pt x="158752" y="317499"/>
                  </a:cubicBezTo>
                  <a:cubicBezTo>
                    <a:pt x="70613" y="317499"/>
                    <a:pt x="0" y="246380"/>
                    <a:pt x="0" y="158750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628" y="1519679"/>
              <a:ext cx="317504" cy="318008"/>
            </a:xfrm>
            <a:custGeom>
              <a:avLst/>
              <a:gdLst/>
              <a:ahLst/>
              <a:cxnLst/>
              <a:rect r="r" b="b" t="t" l="l"/>
              <a:pathLst>
                <a:path h="318008" w="317504">
                  <a:moveTo>
                    <a:pt x="317504" y="159258"/>
                  </a:moveTo>
                  <a:cubicBezTo>
                    <a:pt x="317504" y="246888"/>
                    <a:pt x="246383" y="318008"/>
                    <a:pt x="158752" y="318008"/>
                  </a:cubicBezTo>
                  <a:cubicBezTo>
                    <a:pt x="70613" y="318008"/>
                    <a:pt x="0" y="246888"/>
                    <a:pt x="0" y="159258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3501" y="1937508"/>
              <a:ext cx="317631" cy="318007"/>
            </a:xfrm>
            <a:custGeom>
              <a:avLst/>
              <a:gdLst/>
              <a:ahLst/>
              <a:cxnLst/>
              <a:rect r="r" b="b" t="t" l="l"/>
              <a:pathLst>
                <a:path h="318007" w="317631">
                  <a:moveTo>
                    <a:pt x="317631" y="158750"/>
                  </a:moveTo>
                  <a:cubicBezTo>
                    <a:pt x="317631" y="246888"/>
                    <a:pt x="246510" y="318008"/>
                    <a:pt x="158879" y="318008"/>
                  </a:cubicBezTo>
                  <a:cubicBezTo>
                    <a:pt x="70740" y="318008"/>
                    <a:pt x="0" y="246888"/>
                    <a:pt x="0" y="158750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628" y="2355338"/>
              <a:ext cx="317504" cy="317499"/>
            </a:xfrm>
            <a:custGeom>
              <a:avLst/>
              <a:gdLst/>
              <a:ahLst/>
              <a:cxnLst/>
              <a:rect r="r" b="b" t="t" l="l"/>
              <a:pathLst>
                <a:path h="317499" w="317504">
                  <a:moveTo>
                    <a:pt x="317504" y="158749"/>
                  </a:moveTo>
                  <a:cubicBezTo>
                    <a:pt x="317504" y="246887"/>
                    <a:pt x="246383" y="317499"/>
                    <a:pt x="158752" y="317499"/>
                  </a:cubicBezTo>
                  <a:cubicBezTo>
                    <a:pt x="70613" y="317499"/>
                    <a:pt x="0" y="246760"/>
                    <a:pt x="0" y="158749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8749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73534" y="63500"/>
              <a:ext cx="297438" cy="102870"/>
            </a:xfrm>
            <a:custGeom>
              <a:avLst/>
              <a:gdLst/>
              <a:ahLst/>
              <a:cxnLst/>
              <a:rect r="r" b="b" t="t" l="l"/>
              <a:pathLst>
                <a:path h="102870" w="297438">
                  <a:moveTo>
                    <a:pt x="0" y="0"/>
                  </a:moveTo>
                  <a:cubicBezTo>
                    <a:pt x="22479" y="60071"/>
                    <a:pt x="80392" y="102870"/>
                    <a:pt x="148719" y="102870"/>
                  </a:cubicBezTo>
                  <a:cubicBezTo>
                    <a:pt x="216665" y="102870"/>
                    <a:pt x="274705" y="60071"/>
                    <a:pt x="297438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8102358" y="-63503"/>
            <a:ext cx="249145" cy="3150813"/>
            <a:chOff x="0" y="0"/>
            <a:chExt cx="249136" cy="31508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3499" y="270891"/>
              <a:ext cx="122171" cy="309118"/>
            </a:xfrm>
            <a:custGeom>
              <a:avLst/>
              <a:gdLst/>
              <a:ahLst/>
              <a:cxnLst/>
              <a:rect r="r" b="b" t="t" l="l"/>
              <a:pathLst>
                <a:path h="309118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60"/>
                  </a:cubicBezTo>
                  <a:cubicBezTo>
                    <a:pt x="0" y="229617"/>
                    <a:pt x="52195" y="292482"/>
                    <a:pt x="122171" y="309119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3499" y="688722"/>
              <a:ext cx="122171" cy="309118"/>
            </a:xfrm>
            <a:custGeom>
              <a:avLst/>
              <a:gdLst/>
              <a:ahLst/>
              <a:cxnLst/>
              <a:rect r="r" b="b" t="t" l="l"/>
              <a:pathLst>
                <a:path h="309118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59"/>
                  </a:cubicBezTo>
                  <a:cubicBezTo>
                    <a:pt x="0" y="229616"/>
                    <a:pt x="52195" y="292481"/>
                    <a:pt x="122171" y="309118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63499" y="1106552"/>
              <a:ext cx="122171" cy="309118"/>
            </a:xfrm>
            <a:custGeom>
              <a:avLst/>
              <a:gdLst/>
              <a:ahLst/>
              <a:cxnLst/>
              <a:rect r="r" b="b" t="t" l="l"/>
              <a:pathLst>
                <a:path h="309118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60"/>
                  </a:cubicBezTo>
                  <a:cubicBezTo>
                    <a:pt x="0" y="229617"/>
                    <a:pt x="52195" y="292482"/>
                    <a:pt x="122171" y="309119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63499" y="1523875"/>
              <a:ext cx="122171" cy="309626"/>
            </a:xfrm>
            <a:custGeom>
              <a:avLst/>
              <a:gdLst/>
              <a:ahLst/>
              <a:cxnLst/>
              <a:rect r="r" b="b" t="t" l="l"/>
              <a:pathLst>
                <a:path h="309626" w="122171">
                  <a:moveTo>
                    <a:pt x="122171" y="0"/>
                  </a:moveTo>
                  <a:cubicBezTo>
                    <a:pt x="52195" y="16637"/>
                    <a:pt x="0" y="79629"/>
                    <a:pt x="0" y="155067"/>
                  </a:cubicBezTo>
                  <a:cubicBezTo>
                    <a:pt x="0" y="230124"/>
                    <a:pt x="52195" y="292989"/>
                    <a:pt x="122171" y="309626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3499" y="1941705"/>
              <a:ext cx="122171" cy="309626"/>
            </a:xfrm>
            <a:custGeom>
              <a:avLst/>
              <a:gdLst/>
              <a:ahLst/>
              <a:cxnLst/>
              <a:rect r="r" b="b" t="t" l="l"/>
              <a:pathLst>
                <a:path h="309626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59"/>
                  </a:cubicBezTo>
                  <a:cubicBezTo>
                    <a:pt x="0" y="229998"/>
                    <a:pt x="52195" y="292990"/>
                    <a:pt x="122171" y="309627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3499" y="2359536"/>
              <a:ext cx="122171" cy="309119"/>
            </a:xfrm>
            <a:custGeom>
              <a:avLst/>
              <a:gdLst/>
              <a:ahLst/>
              <a:cxnLst/>
              <a:rect r="r" b="b" t="t" l="l"/>
              <a:pathLst>
                <a:path h="309119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59"/>
                  </a:cubicBezTo>
                  <a:cubicBezTo>
                    <a:pt x="0" y="229997"/>
                    <a:pt x="52195" y="292608"/>
                    <a:pt x="122171" y="309118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63499" y="2777366"/>
              <a:ext cx="122171" cy="309118"/>
            </a:xfrm>
            <a:custGeom>
              <a:avLst/>
              <a:gdLst/>
              <a:ahLst/>
              <a:cxnLst/>
              <a:rect r="r" b="b" t="t" l="l"/>
              <a:pathLst>
                <a:path h="309118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59"/>
                  </a:cubicBezTo>
                  <a:cubicBezTo>
                    <a:pt x="0" y="229998"/>
                    <a:pt x="52195" y="292609"/>
                    <a:pt x="122171" y="309119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3658" y="63500"/>
              <a:ext cx="112012" cy="98679"/>
            </a:xfrm>
            <a:custGeom>
              <a:avLst/>
              <a:gdLst/>
              <a:ahLst/>
              <a:cxnLst/>
              <a:rect r="r" b="b" t="t" l="l"/>
              <a:pathLst>
                <a:path h="98679" w="112012">
                  <a:moveTo>
                    <a:pt x="0" y="0"/>
                  </a:moveTo>
                  <a:cubicBezTo>
                    <a:pt x="18415" y="48895"/>
                    <a:pt x="60324" y="86487"/>
                    <a:pt x="112012" y="98679"/>
                  </a:cubicBezTo>
                  <a:lnTo>
                    <a:pt x="112012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0" y="51464"/>
            <a:ext cx="4790170" cy="3004709"/>
            <a:chOff x="0" y="0"/>
            <a:chExt cx="4790173" cy="300470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90189" cy="3004687"/>
            </a:xfrm>
            <a:custGeom>
              <a:avLst/>
              <a:gdLst/>
              <a:ahLst/>
              <a:cxnLst/>
              <a:rect r="r" b="b" t="t" l="l"/>
              <a:pathLst>
                <a:path h="3004687" w="4790189">
                  <a:moveTo>
                    <a:pt x="0" y="0"/>
                  </a:moveTo>
                  <a:lnTo>
                    <a:pt x="0" y="3004687"/>
                  </a:lnTo>
                  <a:lnTo>
                    <a:pt x="4790189" y="3004687"/>
                  </a:lnTo>
                  <a:lnTo>
                    <a:pt x="479018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399533" y="0"/>
            <a:ext cx="3888467" cy="3027350"/>
            <a:chOff x="0" y="0"/>
            <a:chExt cx="3888461" cy="30273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888482" cy="3027295"/>
            </a:xfrm>
            <a:custGeom>
              <a:avLst/>
              <a:gdLst/>
              <a:ahLst/>
              <a:cxnLst/>
              <a:rect r="r" b="b" t="t" l="l"/>
              <a:pathLst>
                <a:path h="3027295" w="3888482">
                  <a:moveTo>
                    <a:pt x="0" y="0"/>
                  </a:moveTo>
                  <a:lnTo>
                    <a:pt x="0" y="3027295"/>
                  </a:lnTo>
                  <a:lnTo>
                    <a:pt x="3888482" y="3027295"/>
                  </a:lnTo>
                  <a:lnTo>
                    <a:pt x="38884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4289399" y="2512816"/>
            <a:ext cx="9196063" cy="3251549"/>
          </a:xfrm>
          <a:custGeom>
            <a:avLst/>
            <a:gdLst/>
            <a:ahLst/>
            <a:cxnLst/>
            <a:rect r="r" b="b" t="t" l="l"/>
            <a:pathLst>
              <a:path h="3251549" w="9196063">
                <a:moveTo>
                  <a:pt x="0" y="0"/>
                </a:moveTo>
                <a:lnTo>
                  <a:pt x="9196062" y="0"/>
                </a:lnTo>
                <a:lnTo>
                  <a:pt x="9196062" y="3251549"/>
                </a:lnTo>
                <a:lnTo>
                  <a:pt x="0" y="3251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508" r="0" b="-8508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4289399" y="6213000"/>
            <a:ext cx="9196063" cy="3655435"/>
          </a:xfrm>
          <a:custGeom>
            <a:avLst/>
            <a:gdLst/>
            <a:ahLst/>
            <a:cxnLst/>
            <a:rect r="r" b="b" t="t" l="l"/>
            <a:pathLst>
              <a:path h="3655435" w="9196063">
                <a:moveTo>
                  <a:pt x="0" y="0"/>
                </a:moveTo>
                <a:lnTo>
                  <a:pt x="9196062" y="0"/>
                </a:lnTo>
                <a:lnTo>
                  <a:pt x="9196062" y="3655434"/>
                </a:lnTo>
                <a:lnTo>
                  <a:pt x="0" y="3655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6419136" y="462143"/>
            <a:ext cx="4936588" cy="160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OUTPUT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4912795" cy="3056430"/>
          </a:xfrm>
          <a:custGeom>
            <a:avLst/>
            <a:gdLst/>
            <a:ahLst/>
            <a:cxnLst/>
            <a:rect r="r" b="b" t="t" l="l"/>
            <a:pathLst>
              <a:path h="3056430" w="4912795">
                <a:moveTo>
                  <a:pt x="0" y="0"/>
                </a:moveTo>
                <a:lnTo>
                  <a:pt x="4912795" y="0"/>
                </a:lnTo>
                <a:lnTo>
                  <a:pt x="4912795" y="3056429"/>
                </a:lnTo>
                <a:lnTo>
                  <a:pt x="0" y="3056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99590" y="0"/>
            <a:ext cx="317611" cy="102927"/>
            <a:chOff x="0" y="0"/>
            <a:chExt cx="317614" cy="1029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0160" y="0"/>
              <a:ext cx="297312" cy="102867"/>
            </a:xfrm>
            <a:custGeom>
              <a:avLst/>
              <a:gdLst/>
              <a:ahLst/>
              <a:cxnLst/>
              <a:rect r="r" b="b" t="t" l="l"/>
              <a:pathLst>
                <a:path h="102867" w="297312">
                  <a:moveTo>
                    <a:pt x="0" y="0"/>
                  </a:moveTo>
                  <a:cubicBezTo>
                    <a:pt x="22607" y="60069"/>
                    <a:pt x="80647" y="102867"/>
                    <a:pt x="148593" y="102867"/>
                  </a:cubicBezTo>
                  <a:cubicBezTo>
                    <a:pt x="216539" y="102867"/>
                    <a:pt x="274706" y="60069"/>
                    <a:pt x="297313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4806698" y="-63503"/>
            <a:ext cx="445094" cy="1065581"/>
            <a:chOff x="0" y="0"/>
            <a:chExt cx="445097" cy="1065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1" y="266700"/>
              <a:ext cx="318139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9">
                  <a:moveTo>
                    <a:pt x="318139" y="158750"/>
                  </a:moveTo>
                  <a:cubicBezTo>
                    <a:pt x="318139" y="246380"/>
                    <a:pt x="247018" y="317500"/>
                    <a:pt x="158879" y="317500"/>
                  </a:cubicBezTo>
                  <a:cubicBezTo>
                    <a:pt x="71121" y="317500"/>
                    <a:pt x="0" y="246380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891" y="0"/>
                    <a:pt x="318012" y="71120"/>
                    <a:pt x="318012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1" y="684530"/>
              <a:ext cx="318139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9">
                  <a:moveTo>
                    <a:pt x="318139" y="158750"/>
                  </a:moveTo>
                  <a:cubicBezTo>
                    <a:pt x="318139" y="246380"/>
                    <a:pt x="247018" y="317500"/>
                    <a:pt x="158879" y="317500"/>
                  </a:cubicBezTo>
                  <a:cubicBezTo>
                    <a:pt x="71121" y="317500"/>
                    <a:pt x="0" y="246380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891" y="0"/>
                    <a:pt x="318012" y="71120"/>
                    <a:pt x="318012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3661" y="63500"/>
              <a:ext cx="297819" cy="102870"/>
            </a:xfrm>
            <a:custGeom>
              <a:avLst/>
              <a:gdLst/>
              <a:ahLst/>
              <a:cxnLst/>
              <a:rect r="r" b="b" t="t" l="l"/>
              <a:pathLst>
                <a:path h="102870" w="297819">
                  <a:moveTo>
                    <a:pt x="0" y="0"/>
                  </a:moveTo>
                  <a:cubicBezTo>
                    <a:pt x="22606" y="60071"/>
                    <a:pt x="80646" y="102870"/>
                    <a:pt x="148719" y="102870"/>
                  </a:cubicBezTo>
                  <a:cubicBezTo>
                    <a:pt x="217046" y="102870"/>
                    <a:pt x="275213" y="60071"/>
                    <a:pt x="297819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277776" y="-63503"/>
            <a:ext cx="444608" cy="647757"/>
            <a:chOff x="0" y="0"/>
            <a:chExt cx="444602" cy="6477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499" y="266699"/>
              <a:ext cx="317623" cy="317499"/>
            </a:xfrm>
            <a:custGeom>
              <a:avLst/>
              <a:gdLst/>
              <a:ahLst/>
              <a:cxnLst/>
              <a:rect r="r" b="b" t="t" l="l"/>
              <a:pathLst>
                <a:path h="317499" w="317623">
                  <a:moveTo>
                    <a:pt x="317623" y="158750"/>
                  </a:moveTo>
                  <a:cubicBezTo>
                    <a:pt x="317623" y="246380"/>
                    <a:pt x="246504" y="317499"/>
                    <a:pt x="158875" y="317499"/>
                  </a:cubicBezTo>
                  <a:cubicBezTo>
                    <a:pt x="71246" y="317499"/>
                    <a:pt x="0" y="246380"/>
                    <a:pt x="0" y="158750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3659" y="63500"/>
              <a:ext cx="297303" cy="102870"/>
            </a:xfrm>
            <a:custGeom>
              <a:avLst/>
              <a:gdLst/>
              <a:ahLst/>
              <a:cxnLst/>
              <a:rect r="r" b="b" t="t" l="l"/>
              <a:pathLst>
                <a:path h="102870" w="297303">
                  <a:moveTo>
                    <a:pt x="0" y="0"/>
                  </a:moveTo>
                  <a:cubicBezTo>
                    <a:pt x="22606" y="60071"/>
                    <a:pt x="80644" y="102870"/>
                    <a:pt x="148715" y="102870"/>
                  </a:cubicBezTo>
                  <a:cubicBezTo>
                    <a:pt x="216786" y="102870"/>
                    <a:pt x="274698" y="60071"/>
                    <a:pt x="297304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748378" y="-63503"/>
            <a:ext cx="444608" cy="1483414"/>
            <a:chOff x="0" y="0"/>
            <a:chExt cx="444614" cy="14834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1" y="266700"/>
              <a:ext cx="317631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31">
                  <a:moveTo>
                    <a:pt x="317631" y="158750"/>
                  </a:moveTo>
                  <a:cubicBezTo>
                    <a:pt x="317631" y="246381"/>
                    <a:pt x="246510" y="317501"/>
                    <a:pt x="158879" y="317501"/>
                  </a:cubicBezTo>
                  <a:cubicBezTo>
                    <a:pt x="71248" y="317501"/>
                    <a:pt x="0" y="246381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1" y="684531"/>
              <a:ext cx="317631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31">
                  <a:moveTo>
                    <a:pt x="317631" y="158750"/>
                  </a:moveTo>
                  <a:cubicBezTo>
                    <a:pt x="317631" y="246380"/>
                    <a:pt x="246510" y="317500"/>
                    <a:pt x="158879" y="317500"/>
                  </a:cubicBezTo>
                  <a:cubicBezTo>
                    <a:pt x="71248" y="317500"/>
                    <a:pt x="0" y="246380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1" y="1102361"/>
              <a:ext cx="317631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31">
                  <a:moveTo>
                    <a:pt x="317631" y="158750"/>
                  </a:moveTo>
                  <a:cubicBezTo>
                    <a:pt x="317631" y="246380"/>
                    <a:pt x="246510" y="317500"/>
                    <a:pt x="158879" y="317500"/>
                  </a:cubicBezTo>
                  <a:cubicBezTo>
                    <a:pt x="71248" y="317500"/>
                    <a:pt x="0" y="246380"/>
                    <a:pt x="0" y="158750"/>
                  </a:cubicBezTo>
                  <a:cubicBezTo>
                    <a:pt x="0" y="71120"/>
                    <a:pt x="71121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3661" y="63500"/>
              <a:ext cx="297311" cy="102870"/>
            </a:xfrm>
            <a:custGeom>
              <a:avLst/>
              <a:gdLst/>
              <a:ahLst/>
              <a:cxnLst/>
              <a:rect r="r" b="b" t="t" l="l"/>
              <a:pathLst>
                <a:path h="102870" w="297311">
                  <a:moveTo>
                    <a:pt x="0" y="0"/>
                  </a:moveTo>
                  <a:cubicBezTo>
                    <a:pt x="22606" y="60071"/>
                    <a:pt x="80646" y="102870"/>
                    <a:pt x="148719" y="102870"/>
                  </a:cubicBezTo>
                  <a:cubicBezTo>
                    <a:pt x="216792" y="102870"/>
                    <a:pt x="274705" y="60071"/>
                    <a:pt x="297311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218980" y="-63503"/>
            <a:ext cx="445094" cy="1901238"/>
            <a:chOff x="0" y="0"/>
            <a:chExt cx="445097" cy="19012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1" y="266700"/>
              <a:ext cx="31813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8">
                  <a:moveTo>
                    <a:pt x="318138" y="158751"/>
                  </a:moveTo>
                  <a:cubicBezTo>
                    <a:pt x="318138" y="246381"/>
                    <a:pt x="247017" y="317501"/>
                    <a:pt x="159386" y="317501"/>
                  </a:cubicBezTo>
                  <a:cubicBezTo>
                    <a:pt x="71120" y="317501"/>
                    <a:pt x="0" y="246381"/>
                    <a:pt x="0" y="158751"/>
                  </a:cubicBezTo>
                  <a:cubicBezTo>
                    <a:pt x="0" y="71120"/>
                    <a:pt x="71120" y="0"/>
                    <a:pt x="159259" y="0"/>
                  </a:cubicBezTo>
                  <a:cubicBezTo>
                    <a:pt x="246890" y="0"/>
                    <a:pt x="318011" y="71120"/>
                    <a:pt x="318011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1" y="684531"/>
              <a:ext cx="31813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8">
                  <a:moveTo>
                    <a:pt x="318138" y="158750"/>
                  </a:moveTo>
                  <a:cubicBezTo>
                    <a:pt x="318138" y="246380"/>
                    <a:pt x="247017" y="317500"/>
                    <a:pt x="159386" y="317500"/>
                  </a:cubicBezTo>
                  <a:cubicBezTo>
                    <a:pt x="71120" y="317500"/>
                    <a:pt x="0" y="246380"/>
                    <a:pt x="0" y="158750"/>
                  </a:cubicBezTo>
                  <a:cubicBezTo>
                    <a:pt x="0" y="71120"/>
                    <a:pt x="71120" y="0"/>
                    <a:pt x="159259" y="0"/>
                  </a:cubicBezTo>
                  <a:cubicBezTo>
                    <a:pt x="246890" y="0"/>
                    <a:pt x="318011" y="71120"/>
                    <a:pt x="318011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1" y="1102361"/>
              <a:ext cx="31813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138">
                  <a:moveTo>
                    <a:pt x="318138" y="158751"/>
                  </a:moveTo>
                  <a:cubicBezTo>
                    <a:pt x="318138" y="246381"/>
                    <a:pt x="247017" y="317501"/>
                    <a:pt x="159386" y="317501"/>
                  </a:cubicBezTo>
                  <a:cubicBezTo>
                    <a:pt x="71120" y="317501"/>
                    <a:pt x="0" y="246381"/>
                    <a:pt x="0" y="158751"/>
                  </a:cubicBezTo>
                  <a:cubicBezTo>
                    <a:pt x="0" y="71121"/>
                    <a:pt x="71120" y="0"/>
                    <a:pt x="159259" y="0"/>
                  </a:cubicBezTo>
                  <a:cubicBezTo>
                    <a:pt x="246890" y="0"/>
                    <a:pt x="318011" y="71121"/>
                    <a:pt x="318011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501" y="1519684"/>
              <a:ext cx="31813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138">
                  <a:moveTo>
                    <a:pt x="318138" y="159258"/>
                  </a:moveTo>
                  <a:cubicBezTo>
                    <a:pt x="318138" y="246888"/>
                    <a:pt x="247017" y="318008"/>
                    <a:pt x="159386" y="318008"/>
                  </a:cubicBezTo>
                  <a:cubicBezTo>
                    <a:pt x="71120" y="318008"/>
                    <a:pt x="0" y="246888"/>
                    <a:pt x="0" y="159258"/>
                  </a:cubicBezTo>
                  <a:cubicBezTo>
                    <a:pt x="0" y="71120"/>
                    <a:pt x="71120" y="0"/>
                    <a:pt x="159259" y="0"/>
                  </a:cubicBezTo>
                  <a:cubicBezTo>
                    <a:pt x="246890" y="0"/>
                    <a:pt x="318011" y="71120"/>
                    <a:pt x="318011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73661" y="63500"/>
              <a:ext cx="297818" cy="102870"/>
            </a:xfrm>
            <a:custGeom>
              <a:avLst/>
              <a:gdLst/>
              <a:ahLst/>
              <a:cxnLst/>
              <a:rect r="r" b="b" t="t" l="l"/>
              <a:pathLst>
                <a:path h="102870" w="297818">
                  <a:moveTo>
                    <a:pt x="0" y="0"/>
                  </a:moveTo>
                  <a:cubicBezTo>
                    <a:pt x="22606" y="60071"/>
                    <a:pt x="80773" y="102870"/>
                    <a:pt x="149099" y="102870"/>
                  </a:cubicBezTo>
                  <a:cubicBezTo>
                    <a:pt x="217045" y="102870"/>
                    <a:pt x="275085" y="60071"/>
                    <a:pt x="297818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6690067" y="-63503"/>
            <a:ext cx="444608" cy="2319071"/>
            <a:chOff x="0" y="0"/>
            <a:chExt cx="444602" cy="2319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499" y="266701"/>
              <a:ext cx="317623" cy="317501"/>
            </a:xfrm>
            <a:custGeom>
              <a:avLst/>
              <a:gdLst/>
              <a:ahLst/>
              <a:cxnLst/>
              <a:rect r="r" b="b" t="t" l="l"/>
              <a:pathLst>
                <a:path h="317501" w="317623">
                  <a:moveTo>
                    <a:pt x="317623" y="158750"/>
                  </a:moveTo>
                  <a:cubicBezTo>
                    <a:pt x="317623" y="246380"/>
                    <a:pt x="246504" y="317500"/>
                    <a:pt x="158875" y="317500"/>
                  </a:cubicBezTo>
                  <a:cubicBezTo>
                    <a:pt x="71246" y="317500"/>
                    <a:pt x="0" y="246380"/>
                    <a:pt x="0" y="158750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99" y="684531"/>
              <a:ext cx="317623" cy="317501"/>
            </a:xfrm>
            <a:custGeom>
              <a:avLst/>
              <a:gdLst/>
              <a:ahLst/>
              <a:cxnLst/>
              <a:rect r="r" b="b" t="t" l="l"/>
              <a:pathLst>
                <a:path h="317501" w="317623">
                  <a:moveTo>
                    <a:pt x="317623" y="158751"/>
                  </a:moveTo>
                  <a:cubicBezTo>
                    <a:pt x="317623" y="246381"/>
                    <a:pt x="246504" y="317501"/>
                    <a:pt x="158875" y="317501"/>
                  </a:cubicBezTo>
                  <a:cubicBezTo>
                    <a:pt x="71246" y="317501"/>
                    <a:pt x="0" y="246381"/>
                    <a:pt x="0" y="158751"/>
                  </a:cubicBezTo>
                  <a:cubicBezTo>
                    <a:pt x="0" y="71121"/>
                    <a:pt x="71119" y="0"/>
                    <a:pt x="158748" y="0"/>
                  </a:cubicBezTo>
                  <a:cubicBezTo>
                    <a:pt x="246377" y="0"/>
                    <a:pt x="317496" y="71121"/>
                    <a:pt x="317496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499" y="1102362"/>
              <a:ext cx="317623" cy="317501"/>
            </a:xfrm>
            <a:custGeom>
              <a:avLst/>
              <a:gdLst/>
              <a:ahLst/>
              <a:cxnLst/>
              <a:rect r="r" b="b" t="t" l="l"/>
              <a:pathLst>
                <a:path h="317501" w="317623">
                  <a:moveTo>
                    <a:pt x="317623" y="158751"/>
                  </a:moveTo>
                  <a:cubicBezTo>
                    <a:pt x="317623" y="246381"/>
                    <a:pt x="246504" y="317501"/>
                    <a:pt x="158875" y="317501"/>
                  </a:cubicBezTo>
                  <a:cubicBezTo>
                    <a:pt x="71246" y="317501"/>
                    <a:pt x="0" y="246381"/>
                    <a:pt x="0" y="158751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499" y="1519685"/>
              <a:ext cx="317623" cy="318009"/>
            </a:xfrm>
            <a:custGeom>
              <a:avLst/>
              <a:gdLst/>
              <a:ahLst/>
              <a:cxnLst/>
              <a:rect r="r" b="b" t="t" l="l"/>
              <a:pathLst>
                <a:path h="318009" w="317623">
                  <a:moveTo>
                    <a:pt x="317623" y="159258"/>
                  </a:moveTo>
                  <a:cubicBezTo>
                    <a:pt x="317623" y="246888"/>
                    <a:pt x="246504" y="318009"/>
                    <a:pt x="158875" y="318009"/>
                  </a:cubicBezTo>
                  <a:cubicBezTo>
                    <a:pt x="71246" y="318009"/>
                    <a:pt x="0" y="246889"/>
                    <a:pt x="0" y="159258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499" y="1937516"/>
              <a:ext cx="317623" cy="318008"/>
            </a:xfrm>
            <a:custGeom>
              <a:avLst/>
              <a:gdLst/>
              <a:ahLst/>
              <a:cxnLst/>
              <a:rect r="r" b="b" t="t" l="l"/>
              <a:pathLst>
                <a:path h="318008" w="317623">
                  <a:moveTo>
                    <a:pt x="317623" y="158750"/>
                  </a:moveTo>
                  <a:cubicBezTo>
                    <a:pt x="317623" y="246888"/>
                    <a:pt x="246504" y="318008"/>
                    <a:pt x="158875" y="318008"/>
                  </a:cubicBezTo>
                  <a:cubicBezTo>
                    <a:pt x="71246" y="318008"/>
                    <a:pt x="0" y="246888"/>
                    <a:pt x="0" y="158750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377" y="0"/>
                    <a:pt x="317496" y="71120"/>
                    <a:pt x="317496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73659" y="63500"/>
              <a:ext cx="297303" cy="102870"/>
            </a:xfrm>
            <a:custGeom>
              <a:avLst/>
              <a:gdLst/>
              <a:ahLst/>
              <a:cxnLst/>
              <a:rect r="r" b="b" t="t" l="l"/>
              <a:pathLst>
                <a:path h="102870" w="297303">
                  <a:moveTo>
                    <a:pt x="0" y="0"/>
                  </a:moveTo>
                  <a:cubicBezTo>
                    <a:pt x="22606" y="60071"/>
                    <a:pt x="80644" y="102870"/>
                    <a:pt x="148715" y="102870"/>
                  </a:cubicBezTo>
                  <a:cubicBezTo>
                    <a:pt x="216786" y="102870"/>
                    <a:pt x="274698" y="60071"/>
                    <a:pt x="297304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160669" y="-63503"/>
            <a:ext cx="444608" cy="1901238"/>
            <a:chOff x="0" y="0"/>
            <a:chExt cx="444602" cy="19012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499" y="266700"/>
              <a:ext cx="317623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23">
                  <a:moveTo>
                    <a:pt x="317623" y="158751"/>
                  </a:moveTo>
                  <a:cubicBezTo>
                    <a:pt x="317623" y="246381"/>
                    <a:pt x="246885" y="317501"/>
                    <a:pt x="158875" y="317501"/>
                  </a:cubicBezTo>
                  <a:cubicBezTo>
                    <a:pt x="71119" y="317501"/>
                    <a:pt x="0" y="246381"/>
                    <a:pt x="0" y="158751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885" y="0"/>
                    <a:pt x="317496" y="71120"/>
                    <a:pt x="317496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3499" y="684531"/>
              <a:ext cx="317623" cy="317500"/>
            </a:xfrm>
            <a:custGeom>
              <a:avLst/>
              <a:gdLst/>
              <a:ahLst/>
              <a:cxnLst/>
              <a:rect r="r" b="b" t="t" l="l"/>
              <a:pathLst>
                <a:path h="317500" w="317623">
                  <a:moveTo>
                    <a:pt x="317623" y="158750"/>
                  </a:moveTo>
                  <a:cubicBezTo>
                    <a:pt x="317623" y="246380"/>
                    <a:pt x="246885" y="317500"/>
                    <a:pt x="158875" y="317500"/>
                  </a:cubicBezTo>
                  <a:cubicBezTo>
                    <a:pt x="71119" y="317500"/>
                    <a:pt x="0" y="246380"/>
                    <a:pt x="0" y="158750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885" y="0"/>
                    <a:pt x="317496" y="71120"/>
                    <a:pt x="317496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626" y="1102361"/>
              <a:ext cx="317496" cy="317500"/>
            </a:xfrm>
            <a:custGeom>
              <a:avLst/>
              <a:gdLst/>
              <a:ahLst/>
              <a:cxnLst/>
              <a:rect r="r" b="b" t="t" l="l"/>
              <a:pathLst>
                <a:path h="317500" w="317496">
                  <a:moveTo>
                    <a:pt x="317496" y="158751"/>
                  </a:moveTo>
                  <a:cubicBezTo>
                    <a:pt x="317496" y="246381"/>
                    <a:pt x="246758" y="317501"/>
                    <a:pt x="158748" y="317501"/>
                  </a:cubicBezTo>
                  <a:cubicBezTo>
                    <a:pt x="71119" y="317501"/>
                    <a:pt x="0" y="246381"/>
                    <a:pt x="0" y="158751"/>
                  </a:cubicBezTo>
                  <a:cubicBezTo>
                    <a:pt x="0" y="71121"/>
                    <a:pt x="71119" y="0"/>
                    <a:pt x="158748" y="0"/>
                  </a:cubicBezTo>
                  <a:cubicBezTo>
                    <a:pt x="246885" y="0"/>
                    <a:pt x="317496" y="71121"/>
                    <a:pt x="317496" y="158751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626" y="1519684"/>
              <a:ext cx="317496" cy="318008"/>
            </a:xfrm>
            <a:custGeom>
              <a:avLst/>
              <a:gdLst/>
              <a:ahLst/>
              <a:cxnLst/>
              <a:rect r="r" b="b" t="t" l="l"/>
              <a:pathLst>
                <a:path h="318008" w="317496">
                  <a:moveTo>
                    <a:pt x="317496" y="159258"/>
                  </a:moveTo>
                  <a:cubicBezTo>
                    <a:pt x="317496" y="246888"/>
                    <a:pt x="246758" y="318008"/>
                    <a:pt x="158748" y="318008"/>
                  </a:cubicBezTo>
                  <a:cubicBezTo>
                    <a:pt x="71119" y="318008"/>
                    <a:pt x="0" y="246888"/>
                    <a:pt x="0" y="159258"/>
                  </a:cubicBezTo>
                  <a:cubicBezTo>
                    <a:pt x="0" y="71120"/>
                    <a:pt x="71119" y="0"/>
                    <a:pt x="158748" y="0"/>
                  </a:cubicBezTo>
                  <a:cubicBezTo>
                    <a:pt x="246885" y="0"/>
                    <a:pt x="317496" y="71120"/>
                    <a:pt x="317496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73659" y="63500"/>
              <a:ext cx="297430" cy="102870"/>
            </a:xfrm>
            <a:custGeom>
              <a:avLst/>
              <a:gdLst/>
              <a:ahLst/>
              <a:cxnLst/>
              <a:rect r="r" b="b" t="t" l="l"/>
              <a:pathLst>
                <a:path h="102870" w="297430">
                  <a:moveTo>
                    <a:pt x="0" y="0"/>
                  </a:moveTo>
                  <a:cubicBezTo>
                    <a:pt x="22606" y="60071"/>
                    <a:pt x="80644" y="102870"/>
                    <a:pt x="148715" y="102870"/>
                  </a:cubicBezTo>
                  <a:cubicBezTo>
                    <a:pt x="217041" y="102870"/>
                    <a:pt x="274952" y="60071"/>
                    <a:pt x="297431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7631756" y="-63503"/>
            <a:ext cx="444608" cy="2736409"/>
            <a:chOff x="0" y="0"/>
            <a:chExt cx="444614" cy="27364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1" y="266700"/>
              <a:ext cx="317631" cy="317499"/>
            </a:xfrm>
            <a:custGeom>
              <a:avLst/>
              <a:gdLst/>
              <a:ahLst/>
              <a:cxnLst/>
              <a:rect r="r" b="b" t="t" l="l"/>
              <a:pathLst>
                <a:path h="317499" w="317631">
                  <a:moveTo>
                    <a:pt x="317631" y="158749"/>
                  </a:moveTo>
                  <a:cubicBezTo>
                    <a:pt x="317631" y="246379"/>
                    <a:pt x="246510" y="317499"/>
                    <a:pt x="158879" y="317499"/>
                  </a:cubicBezTo>
                  <a:cubicBezTo>
                    <a:pt x="70740" y="317499"/>
                    <a:pt x="0" y="246379"/>
                    <a:pt x="0" y="158749"/>
                  </a:cubicBezTo>
                  <a:cubicBezTo>
                    <a:pt x="0" y="71119"/>
                    <a:pt x="70740" y="0"/>
                    <a:pt x="158752" y="0"/>
                  </a:cubicBezTo>
                  <a:cubicBezTo>
                    <a:pt x="246383" y="0"/>
                    <a:pt x="317504" y="71119"/>
                    <a:pt x="317504" y="158749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1" y="684529"/>
              <a:ext cx="317631" cy="317499"/>
            </a:xfrm>
            <a:custGeom>
              <a:avLst/>
              <a:gdLst/>
              <a:ahLst/>
              <a:cxnLst/>
              <a:rect r="r" b="b" t="t" l="l"/>
              <a:pathLst>
                <a:path h="317499" w="317631">
                  <a:moveTo>
                    <a:pt x="317631" y="158749"/>
                  </a:moveTo>
                  <a:cubicBezTo>
                    <a:pt x="317631" y="246379"/>
                    <a:pt x="246510" y="317499"/>
                    <a:pt x="158879" y="317499"/>
                  </a:cubicBezTo>
                  <a:cubicBezTo>
                    <a:pt x="70740" y="317499"/>
                    <a:pt x="0" y="246379"/>
                    <a:pt x="0" y="158749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8749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628" y="1102358"/>
              <a:ext cx="317504" cy="317499"/>
            </a:xfrm>
            <a:custGeom>
              <a:avLst/>
              <a:gdLst/>
              <a:ahLst/>
              <a:cxnLst/>
              <a:rect r="r" b="b" t="t" l="l"/>
              <a:pathLst>
                <a:path h="317499" w="317504">
                  <a:moveTo>
                    <a:pt x="317504" y="158750"/>
                  </a:moveTo>
                  <a:cubicBezTo>
                    <a:pt x="317504" y="246380"/>
                    <a:pt x="246383" y="317499"/>
                    <a:pt x="158752" y="317499"/>
                  </a:cubicBezTo>
                  <a:cubicBezTo>
                    <a:pt x="70613" y="317499"/>
                    <a:pt x="0" y="246380"/>
                    <a:pt x="0" y="158750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3628" y="1519679"/>
              <a:ext cx="317504" cy="318008"/>
            </a:xfrm>
            <a:custGeom>
              <a:avLst/>
              <a:gdLst/>
              <a:ahLst/>
              <a:cxnLst/>
              <a:rect r="r" b="b" t="t" l="l"/>
              <a:pathLst>
                <a:path h="318008" w="317504">
                  <a:moveTo>
                    <a:pt x="317504" y="159258"/>
                  </a:moveTo>
                  <a:cubicBezTo>
                    <a:pt x="317504" y="246888"/>
                    <a:pt x="246383" y="318008"/>
                    <a:pt x="158752" y="318008"/>
                  </a:cubicBezTo>
                  <a:cubicBezTo>
                    <a:pt x="70613" y="318008"/>
                    <a:pt x="0" y="246888"/>
                    <a:pt x="0" y="159258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63501" y="1937508"/>
              <a:ext cx="317631" cy="318007"/>
            </a:xfrm>
            <a:custGeom>
              <a:avLst/>
              <a:gdLst/>
              <a:ahLst/>
              <a:cxnLst/>
              <a:rect r="r" b="b" t="t" l="l"/>
              <a:pathLst>
                <a:path h="318007" w="317631">
                  <a:moveTo>
                    <a:pt x="317631" y="158750"/>
                  </a:moveTo>
                  <a:cubicBezTo>
                    <a:pt x="317631" y="246888"/>
                    <a:pt x="246510" y="318008"/>
                    <a:pt x="158879" y="318008"/>
                  </a:cubicBezTo>
                  <a:cubicBezTo>
                    <a:pt x="70740" y="318008"/>
                    <a:pt x="0" y="246888"/>
                    <a:pt x="0" y="158750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63628" y="2355338"/>
              <a:ext cx="317504" cy="317499"/>
            </a:xfrm>
            <a:custGeom>
              <a:avLst/>
              <a:gdLst/>
              <a:ahLst/>
              <a:cxnLst/>
              <a:rect r="r" b="b" t="t" l="l"/>
              <a:pathLst>
                <a:path h="317499" w="317504">
                  <a:moveTo>
                    <a:pt x="317504" y="158749"/>
                  </a:moveTo>
                  <a:cubicBezTo>
                    <a:pt x="317504" y="246887"/>
                    <a:pt x="246383" y="317499"/>
                    <a:pt x="158752" y="317499"/>
                  </a:cubicBezTo>
                  <a:cubicBezTo>
                    <a:pt x="70613" y="317499"/>
                    <a:pt x="0" y="246760"/>
                    <a:pt x="0" y="158749"/>
                  </a:cubicBezTo>
                  <a:cubicBezTo>
                    <a:pt x="0" y="71120"/>
                    <a:pt x="70740" y="0"/>
                    <a:pt x="158752" y="0"/>
                  </a:cubicBezTo>
                  <a:cubicBezTo>
                    <a:pt x="246383" y="0"/>
                    <a:pt x="317504" y="71120"/>
                    <a:pt x="317504" y="158749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73534" y="63500"/>
              <a:ext cx="297438" cy="102870"/>
            </a:xfrm>
            <a:custGeom>
              <a:avLst/>
              <a:gdLst/>
              <a:ahLst/>
              <a:cxnLst/>
              <a:rect r="r" b="b" t="t" l="l"/>
              <a:pathLst>
                <a:path h="102870" w="297438">
                  <a:moveTo>
                    <a:pt x="0" y="0"/>
                  </a:moveTo>
                  <a:cubicBezTo>
                    <a:pt x="22479" y="60071"/>
                    <a:pt x="80392" y="102870"/>
                    <a:pt x="148719" y="102870"/>
                  </a:cubicBezTo>
                  <a:cubicBezTo>
                    <a:pt x="216665" y="102870"/>
                    <a:pt x="274705" y="60071"/>
                    <a:pt x="297438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8102358" y="-63503"/>
            <a:ext cx="249145" cy="3150813"/>
            <a:chOff x="0" y="0"/>
            <a:chExt cx="249136" cy="31508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3499" y="270891"/>
              <a:ext cx="122171" cy="309118"/>
            </a:xfrm>
            <a:custGeom>
              <a:avLst/>
              <a:gdLst/>
              <a:ahLst/>
              <a:cxnLst/>
              <a:rect r="r" b="b" t="t" l="l"/>
              <a:pathLst>
                <a:path h="309118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60"/>
                  </a:cubicBezTo>
                  <a:cubicBezTo>
                    <a:pt x="0" y="229617"/>
                    <a:pt x="52195" y="292482"/>
                    <a:pt x="122171" y="309119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3499" y="688722"/>
              <a:ext cx="122171" cy="309118"/>
            </a:xfrm>
            <a:custGeom>
              <a:avLst/>
              <a:gdLst/>
              <a:ahLst/>
              <a:cxnLst/>
              <a:rect r="r" b="b" t="t" l="l"/>
              <a:pathLst>
                <a:path h="309118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59"/>
                  </a:cubicBezTo>
                  <a:cubicBezTo>
                    <a:pt x="0" y="229616"/>
                    <a:pt x="52195" y="292481"/>
                    <a:pt x="122171" y="309118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63499" y="1106552"/>
              <a:ext cx="122171" cy="309118"/>
            </a:xfrm>
            <a:custGeom>
              <a:avLst/>
              <a:gdLst/>
              <a:ahLst/>
              <a:cxnLst/>
              <a:rect r="r" b="b" t="t" l="l"/>
              <a:pathLst>
                <a:path h="309118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60"/>
                  </a:cubicBezTo>
                  <a:cubicBezTo>
                    <a:pt x="0" y="229617"/>
                    <a:pt x="52195" y="292482"/>
                    <a:pt x="122171" y="309119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63499" y="1523875"/>
              <a:ext cx="122171" cy="309626"/>
            </a:xfrm>
            <a:custGeom>
              <a:avLst/>
              <a:gdLst/>
              <a:ahLst/>
              <a:cxnLst/>
              <a:rect r="r" b="b" t="t" l="l"/>
              <a:pathLst>
                <a:path h="309626" w="122171">
                  <a:moveTo>
                    <a:pt x="122171" y="0"/>
                  </a:moveTo>
                  <a:cubicBezTo>
                    <a:pt x="52195" y="16637"/>
                    <a:pt x="0" y="79629"/>
                    <a:pt x="0" y="155067"/>
                  </a:cubicBezTo>
                  <a:cubicBezTo>
                    <a:pt x="0" y="230124"/>
                    <a:pt x="52195" y="292989"/>
                    <a:pt x="122171" y="309626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3499" y="1941705"/>
              <a:ext cx="122171" cy="309626"/>
            </a:xfrm>
            <a:custGeom>
              <a:avLst/>
              <a:gdLst/>
              <a:ahLst/>
              <a:cxnLst/>
              <a:rect r="r" b="b" t="t" l="l"/>
              <a:pathLst>
                <a:path h="309626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59"/>
                  </a:cubicBezTo>
                  <a:cubicBezTo>
                    <a:pt x="0" y="229998"/>
                    <a:pt x="52195" y="292990"/>
                    <a:pt x="122171" y="309627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63499" y="2359536"/>
              <a:ext cx="122171" cy="309119"/>
            </a:xfrm>
            <a:custGeom>
              <a:avLst/>
              <a:gdLst/>
              <a:ahLst/>
              <a:cxnLst/>
              <a:rect r="r" b="b" t="t" l="l"/>
              <a:pathLst>
                <a:path h="309119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59"/>
                  </a:cubicBezTo>
                  <a:cubicBezTo>
                    <a:pt x="0" y="229997"/>
                    <a:pt x="52195" y="292608"/>
                    <a:pt x="122171" y="309118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63499" y="2777366"/>
              <a:ext cx="122171" cy="309118"/>
            </a:xfrm>
            <a:custGeom>
              <a:avLst/>
              <a:gdLst/>
              <a:ahLst/>
              <a:cxnLst/>
              <a:rect r="r" b="b" t="t" l="l"/>
              <a:pathLst>
                <a:path h="309118" w="122171">
                  <a:moveTo>
                    <a:pt x="122171" y="0"/>
                  </a:moveTo>
                  <a:cubicBezTo>
                    <a:pt x="52195" y="16637"/>
                    <a:pt x="0" y="79502"/>
                    <a:pt x="0" y="154559"/>
                  </a:cubicBezTo>
                  <a:cubicBezTo>
                    <a:pt x="0" y="229998"/>
                    <a:pt x="52195" y="292609"/>
                    <a:pt x="122171" y="309119"/>
                  </a:cubicBezTo>
                  <a:lnTo>
                    <a:pt x="122171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3658" y="63500"/>
              <a:ext cx="112012" cy="98679"/>
            </a:xfrm>
            <a:custGeom>
              <a:avLst/>
              <a:gdLst/>
              <a:ahLst/>
              <a:cxnLst/>
              <a:rect r="r" b="b" t="t" l="l"/>
              <a:pathLst>
                <a:path h="98679" w="112012">
                  <a:moveTo>
                    <a:pt x="0" y="0"/>
                  </a:moveTo>
                  <a:cubicBezTo>
                    <a:pt x="18415" y="48895"/>
                    <a:pt x="60324" y="86487"/>
                    <a:pt x="112012" y="98679"/>
                  </a:cubicBezTo>
                  <a:lnTo>
                    <a:pt x="112012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0" y="0"/>
            <a:ext cx="4790170" cy="3004709"/>
            <a:chOff x="0" y="0"/>
            <a:chExt cx="4790173" cy="300470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90189" cy="3004687"/>
            </a:xfrm>
            <a:custGeom>
              <a:avLst/>
              <a:gdLst/>
              <a:ahLst/>
              <a:cxnLst/>
              <a:rect r="r" b="b" t="t" l="l"/>
              <a:pathLst>
                <a:path h="3004687" w="4790189">
                  <a:moveTo>
                    <a:pt x="0" y="0"/>
                  </a:moveTo>
                  <a:lnTo>
                    <a:pt x="0" y="3004687"/>
                  </a:lnTo>
                  <a:lnTo>
                    <a:pt x="4790189" y="3004687"/>
                  </a:lnTo>
                  <a:lnTo>
                    <a:pt x="479018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399533" y="0"/>
            <a:ext cx="3888467" cy="3027350"/>
            <a:chOff x="0" y="0"/>
            <a:chExt cx="3888461" cy="30273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888482" cy="3027295"/>
            </a:xfrm>
            <a:custGeom>
              <a:avLst/>
              <a:gdLst/>
              <a:ahLst/>
              <a:cxnLst/>
              <a:rect r="r" b="b" t="t" l="l"/>
              <a:pathLst>
                <a:path h="3027295" w="3888482">
                  <a:moveTo>
                    <a:pt x="0" y="0"/>
                  </a:moveTo>
                  <a:lnTo>
                    <a:pt x="0" y="3027295"/>
                  </a:lnTo>
                  <a:lnTo>
                    <a:pt x="3888482" y="3027295"/>
                  </a:lnTo>
                  <a:lnTo>
                    <a:pt x="38884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4306725" y="2237235"/>
            <a:ext cx="9674549" cy="3511600"/>
          </a:xfrm>
          <a:custGeom>
            <a:avLst/>
            <a:gdLst/>
            <a:ahLst/>
            <a:cxnLst/>
            <a:rect r="r" b="b" t="t" l="l"/>
            <a:pathLst>
              <a:path h="3511600" w="9674549">
                <a:moveTo>
                  <a:pt x="0" y="0"/>
                </a:moveTo>
                <a:lnTo>
                  <a:pt x="9674550" y="0"/>
                </a:lnTo>
                <a:lnTo>
                  <a:pt x="9674550" y="3511600"/>
                </a:lnTo>
                <a:lnTo>
                  <a:pt x="0" y="351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716" r="0" b="-8716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4306725" y="6211085"/>
            <a:ext cx="9674549" cy="3736795"/>
          </a:xfrm>
          <a:custGeom>
            <a:avLst/>
            <a:gdLst/>
            <a:ahLst/>
            <a:cxnLst/>
            <a:rect r="r" b="b" t="t" l="l"/>
            <a:pathLst>
              <a:path h="3736795" w="9674549">
                <a:moveTo>
                  <a:pt x="0" y="0"/>
                </a:moveTo>
                <a:lnTo>
                  <a:pt x="9674550" y="0"/>
                </a:lnTo>
                <a:lnTo>
                  <a:pt x="9674550" y="3736795"/>
                </a:lnTo>
                <a:lnTo>
                  <a:pt x="0" y="37367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6419136" y="462143"/>
            <a:ext cx="4936588" cy="160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10636" y="-63503"/>
            <a:ext cx="4040867" cy="2776718"/>
            <a:chOff x="0" y="0"/>
            <a:chExt cx="4040861" cy="2776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60036" y="63500"/>
              <a:ext cx="315976" cy="143129"/>
            </a:xfrm>
            <a:custGeom>
              <a:avLst/>
              <a:gdLst/>
              <a:ahLst/>
              <a:cxnLst/>
              <a:rect r="r" b="b" t="t" l="l"/>
              <a:pathLst>
                <a:path h="143129" w="315976">
                  <a:moveTo>
                    <a:pt x="0" y="0"/>
                  </a:moveTo>
                  <a:cubicBezTo>
                    <a:pt x="7874" y="80264"/>
                    <a:pt x="75183" y="143129"/>
                    <a:pt x="157987" y="143129"/>
                  </a:cubicBezTo>
                  <a:cubicBezTo>
                    <a:pt x="240283" y="143129"/>
                    <a:pt x="308101" y="80264"/>
                    <a:pt x="315975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888866" y="63500"/>
              <a:ext cx="315976" cy="143129"/>
            </a:xfrm>
            <a:custGeom>
              <a:avLst/>
              <a:gdLst/>
              <a:ahLst/>
              <a:cxnLst/>
              <a:rect r="r" b="b" t="t" l="l"/>
              <a:pathLst>
                <a:path h="143129" w="315976">
                  <a:moveTo>
                    <a:pt x="0" y="0"/>
                  </a:moveTo>
                  <a:cubicBezTo>
                    <a:pt x="7874" y="80264"/>
                    <a:pt x="75692" y="143129"/>
                    <a:pt x="157988" y="143129"/>
                  </a:cubicBezTo>
                  <a:cubicBezTo>
                    <a:pt x="240792" y="143129"/>
                    <a:pt x="308229" y="80264"/>
                    <a:pt x="315976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18331" y="63500"/>
              <a:ext cx="316103" cy="143129"/>
            </a:xfrm>
            <a:custGeom>
              <a:avLst/>
              <a:gdLst/>
              <a:ahLst/>
              <a:cxnLst/>
              <a:rect r="r" b="b" t="t" l="l"/>
              <a:pathLst>
                <a:path h="143129" w="316103">
                  <a:moveTo>
                    <a:pt x="0" y="0"/>
                  </a:moveTo>
                  <a:cubicBezTo>
                    <a:pt x="7874" y="80264"/>
                    <a:pt x="75692" y="143129"/>
                    <a:pt x="157988" y="143129"/>
                  </a:cubicBezTo>
                  <a:cubicBezTo>
                    <a:pt x="240284" y="143129"/>
                    <a:pt x="308102" y="80264"/>
                    <a:pt x="316103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47162" y="63500"/>
              <a:ext cx="316484" cy="143129"/>
            </a:xfrm>
            <a:custGeom>
              <a:avLst/>
              <a:gdLst/>
              <a:ahLst/>
              <a:cxnLst/>
              <a:rect r="r" b="b" t="t" l="l"/>
              <a:pathLst>
                <a:path h="143129" w="316484">
                  <a:moveTo>
                    <a:pt x="0" y="0"/>
                  </a:moveTo>
                  <a:cubicBezTo>
                    <a:pt x="7874" y="80264"/>
                    <a:pt x="75692" y="143129"/>
                    <a:pt x="158496" y="143129"/>
                  </a:cubicBezTo>
                  <a:cubicBezTo>
                    <a:pt x="240792" y="143129"/>
                    <a:pt x="308610" y="80264"/>
                    <a:pt x="316484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76627" y="63500"/>
              <a:ext cx="316103" cy="143129"/>
            </a:xfrm>
            <a:custGeom>
              <a:avLst/>
              <a:gdLst/>
              <a:ahLst/>
              <a:cxnLst/>
              <a:rect r="r" b="b" t="t" l="l"/>
              <a:pathLst>
                <a:path h="143129" w="316103">
                  <a:moveTo>
                    <a:pt x="0" y="0"/>
                  </a:moveTo>
                  <a:cubicBezTo>
                    <a:pt x="7874" y="80264"/>
                    <a:pt x="75692" y="143129"/>
                    <a:pt x="157988" y="143129"/>
                  </a:cubicBezTo>
                  <a:cubicBezTo>
                    <a:pt x="240284" y="143129"/>
                    <a:pt x="308229" y="80264"/>
                    <a:pt x="316103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005966" y="63500"/>
              <a:ext cx="316103" cy="143129"/>
            </a:xfrm>
            <a:custGeom>
              <a:avLst/>
              <a:gdLst/>
              <a:ahLst/>
              <a:cxnLst/>
              <a:rect r="r" b="b" t="t" l="l"/>
              <a:pathLst>
                <a:path h="143129" w="316103">
                  <a:moveTo>
                    <a:pt x="0" y="0"/>
                  </a:moveTo>
                  <a:cubicBezTo>
                    <a:pt x="7874" y="80264"/>
                    <a:pt x="75692" y="143129"/>
                    <a:pt x="157988" y="143129"/>
                  </a:cubicBezTo>
                  <a:cubicBezTo>
                    <a:pt x="240284" y="143129"/>
                    <a:pt x="308229" y="80264"/>
                    <a:pt x="316103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34923" y="63500"/>
              <a:ext cx="316484" cy="143129"/>
            </a:xfrm>
            <a:custGeom>
              <a:avLst/>
              <a:gdLst/>
              <a:ahLst/>
              <a:cxnLst/>
              <a:rect r="r" b="b" t="t" l="l"/>
              <a:pathLst>
                <a:path h="143129" w="316484">
                  <a:moveTo>
                    <a:pt x="0" y="0"/>
                  </a:moveTo>
                  <a:cubicBezTo>
                    <a:pt x="7874" y="80264"/>
                    <a:pt x="75692" y="143129"/>
                    <a:pt x="157988" y="143129"/>
                  </a:cubicBezTo>
                  <a:cubicBezTo>
                    <a:pt x="240792" y="143129"/>
                    <a:pt x="308610" y="80264"/>
                    <a:pt x="316484" y="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30570" y="63500"/>
              <a:ext cx="146812" cy="142748"/>
            </a:xfrm>
            <a:custGeom>
              <a:avLst/>
              <a:gdLst/>
              <a:ahLst/>
              <a:cxnLst/>
              <a:rect r="r" b="b" t="t" l="l"/>
              <a:pathLst>
                <a:path h="142748" w="146812">
                  <a:moveTo>
                    <a:pt x="0" y="0"/>
                  </a:moveTo>
                  <a:cubicBezTo>
                    <a:pt x="7493" y="76581"/>
                    <a:pt x="69596" y="137287"/>
                    <a:pt x="146812" y="142748"/>
                  </a:cubicBezTo>
                  <a:lnTo>
                    <a:pt x="146812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359274" y="306832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499" y="158750"/>
                  </a:moveTo>
                  <a:cubicBezTo>
                    <a:pt x="317499" y="246379"/>
                    <a:pt x="246379" y="317499"/>
                    <a:pt x="158749" y="317499"/>
                  </a:cubicBezTo>
                  <a:cubicBezTo>
                    <a:pt x="70611" y="317499"/>
                    <a:pt x="0" y="246379"/>
                    <a:pt x="0" y="158750"/>
                  </a:cubicBezTo>
                  <a:cubicBezTo>
                    <a:pt x="0" y="71120"/>
                    <a:pt x="70738" y="0"/>
                    <a:pt x="158749" y="0"/>
                  </a:cubicBezTo>
                  <a:cubicBezTo>
                    <a:pt x="246379" y="0"/>
                    <a:pt x="317499" y="71120"/>
                    <a:pt x="317499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888231" y="306832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499" y="158750"/>
                  </a:moveTo>
                  <a:cubicBezTo>
                    <a:pt x="317499" y="246379"/>
                    <a:pt x="246761" y="317499"/>
                    <a:pt x="158750" y="317499"/>
                  </a:cubicBezTo>
                  <a:cubicBezTo>
                    <a:pt x="71120" y="317499"/>
                    <a:pt x="0" y="246379"/>
                    <a:pt x="0" y="158750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888" y="0"/>
                    <a:pt x="317499" y="71120"/>
                    <a:pt x="317499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417696" y="306832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500" y="158750"/>
                  </a:moveTo>
                  <a:cubicBezTo>
                    <a:pt x="317500" y="246379"/>
                    <a:pt x="246380" y="317499"/>
                    <a:pt x="158750" y="317499"/>
                  </a:cubicBezTo>
                  <a:cubicBezTo>
                    <a:pt x="71120" y="317499"/>
                    <a:pt x="0" y="246379"/>
                    <a:pt x="0" y="158750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380" y="0"/>
                    <a:pt x="317500" y="71120"/>
                    <a:pt x="317500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46527" y="306832"/>
              <a:ext cx="31800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008">
                  <a:moveTo>
                    <a:pt x="318007" y="158750"/>
                  </a:moveTo>
                  <a:cubicBezTo>
                    <a:pt x="318007" y="246379"/>
                    <a:pt x="246888" y="317499"/>
                    <a:pt x="159258" y="317499"/>
                  </a:cubicBezTo>
                  <a:cubicBezTo>
                    <a:pt x="71120" y="317499"/>
                    <a:pt x="0" y="246379"/>
                    <a:pt x="0" y="158750"/>
                  </a:cubicBezTo>
                  <a:cubicBezTo>
                    <a:pt x="0" y="71120"/>
                    <a:pt x="71120" y="0"/>
                    <a:pt x="159258" y="0"/>
                  </a:cubicBezTo>
                  <a:cubicBezTo>
                    <a:pt x="246888" y="0"/>
                    <a:pt x="318007" y="71120"/>
                    <a:pt x="318007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475992" y="306832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500" y="158750"/>
                  </a:moveTo>
                  <a:cubicBezTo>
                    <a:pt x="317500" y="246379"/>
                    <a:pt x="246380" y="317499"/>
                    <a:pt x="158750" y="317499"/>
                  </a:cubicBezTo>
                  <a:cubicBezTo>
                    <a:pt x="71120" y="317499"/>
                    <a:pt x="0" y="246379"/>
                    <a:pt x="0" y="158750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380" y="0"/>
                    <a:pt x="317500" y="71120"/>
                    <a:pt x="317500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34288" y="306832"/>
              <a:ext cx="31800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008">
                  <a:moveTo>
                    <a:pt x="318008" y="158750"/>
                  </a:moveTo>
                  <a:cubicBezTo>
                    <a:pt x="318008" y="246379"/>
                    <a:pt x="246888" y="317499"/>
                    <a:pt x="158750" y="317499"/>
                  </a:cubicBezTo>
                  <a:cubicBezTo>
                    <a:pt x="71120" y="317499"/>
                    <a:pt x="0" y="246379"/>
                    <a:pt x="0" y="158750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888" y="0"/>
                    <a:pt x="318008" y="71120"/>
                    <a:pt x="318008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29808" y="307213"/>
              <a:ext cx="147574" cy="316738"/>
            </a:xfrm>
            <a:custGeom>
              <a:avLst/>
              <a:gdLst/>
              <a:ahLst/>
              <a:cxnLst/>
              <a:rect r="r" b="b" t="t" l="l"/>
              <a:pathLst>
                <a:path h="316738" w="147574">
                  <a:moveTo>
                    <a:pt x="147574" y="0"/>
                  </a:moveTo>
                  <a:cubicBezTo>
                    <a:pt x="65151" y="5842"/>
                    <a:pt x="0" y="74549"/>
                    <a:pt x="0" y="158369"/>
                  </a:cubicBezTo>
                  <a:cubicBezTo>
                    <a:pt x="0" y="242188"/>
                    <a:pt x="65151" y="311022"/>
                    <a:pt x="147574" y="316737"/>
                  </a:cubicBezTo>
                  <a:lnTo>
                    <a:pt x="147574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359274" y="724661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499" y="158750"/>
                  </a:moveTo>
                  <a:cubicBezTo>
                    <a:pt x="317499" y="246380"/>
                    <a:pt x="246379" y="317500"/>
                    <a:pt x="158749" y="317500"/>
                  </a:cubicBezTo>
                  <a:cubicBezTo>
                    <a:pt x="70611" y="317500"/>
                    <a:pt x="0" y="246380"/>
                    <a:pt x="0" y="158750"/>
                  </a:cubicBezTo>
                  <a:cubicBezTo>
                    <a:pt x="0" y="71120"/>
                    <a:pt x="70738" y="0"/>
                    <a:pt x="158749" y="0"/>
                  </a:cubicBezTo>
                  <a:cubicBezTo>
                    <a:pt x="246379" y="0"/>
                    <a:pt x="317499" y="71120"/>
                    <a:pt x="317499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888231" y="724661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499" y="158750"/>
                  </a:moveTo>
                  <a:cubicBezTo>
                    <a:pt x="317499" y="246380"/>
                    <a:pt x="246761" y="317500"/>
                    <a:pt x="158750" y="317500"/>
                  </a:cubicBezTo>
                  <a:cubicBezTo>
                    <a:pt x="71120" y="317500"/>
                    <a:pt x="0" y="246380"/>
                    <a:pt x="0" y="158750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888" y="0"/>
                    <a:pt x="317499" y="71120"/>
                    <a:pt x="317499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417696" y="724661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500" y="158750"/>
                  </a:moveTo>
                  <a:cubicBezTo>
                    <a:pt x="317500" y="246380"/>
                    <a:pt x="246380" y="317500"/>
                    <a:pt x="158750" y="317500"/>
                  </a:cubicBezTo>
                  <a:cubicBezTo>
                    <a:pt x="71120" y="317500"/>
                    <a:pt x="0" y="246380"/>
                    <a:pt x="0" y="158750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380" y="0"/>
                    <a:pt x="317500" y="71120"/>
                    <a:pt x="317500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946527" y="724661"/>
              <a:ext cx="318008" cy="317500"/>
            </a:xfrm>
            <a:custGeom>
              <a:avLst/>
              <a:gdLst/>
              <a:ahLst/>
              <a:cxnLst/>
              <a:rect r="r" b="b" t="t" l="l"/>
              <a:pathLst>
                <a:path h="317500" w="318008">
                  <a:moveTo>
                    <a:pt x="318007" y="158750"/>
                  </a:moveTo>
                  <a:cubicBezTo>
                    <a:pt x="318007" y="246380"/>
                    <a:pt x="246888" y="317500"/>
                    <a:pt x="159258" y="317500"/>
                  </a:cubicBezTo>
                  <a:cubicBezTo>
                    <a:pt x="71120" y="317500"/>
                    <a:pt x="0" y="246380"/>
                    <a:pt x="0" y="158750"/>
                  </a:cubicBezTo>
                  <a:cubicBezTo>
                    <a:pt x="0" y="71120"/>
                    <a:pt x="71120" y="0"/>
                    <a:pt x="159258" y="0"/>
                  </a:cubicBezTo>
                  <a:cubicBezTo>
                    <a:pt x="246888" y="0"/>
                    <a:pt x="318007" y="71120"/>
                    <a:pt x="318007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475992" y="724661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500" y="158750"/>
                  </a:moveTo>
                  <a:cubicBezTo>
                    <a:pt x="317500" y="246380"/>
                    <a:pt x="246380" y="317500"/>
                    <a:pt x="158750" y="317500"/>
                  </a:cubicBezTo>
                  <a:cubicBezTo>
                    <a:pt x="71120" y="317500"/>
                    <a:pt x="0" y="246380"/>
                    <a:pt x="0" y="158750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380" y="0"/>
                    <a:pt x="317500" y="71120"/>
                    <a:pt x="317500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829808" y="725042"/>
              <a:ext cx="147574" cy="316738"/>
            </a:xfrm>
            <a:custGeom>
              <a:avLst/>
              <a:gdLst/>
              <a:ahLst/>
              <a:cxnLst/>
              <a:rect r="r" b="b" t="t" l="l"/>
              <a:pathLst>
                <a:path h="316738" w="147574">
                  <a:moveTo>
                    <a:pt x="147574" y="0"/>
                  </a:moveTo>
                  <a:cubicBezTo>
                    <a:pt x="65151" y="5842"/>
                    <a:pt x="0" y="74549"/>
                    <a:pt x="0" y="158369"/>
                  </a:cubicBezTo>
                  <a:cubicBezTo>
                    <a:pt x="0" y="242189"/>
                    <a:pt x="65151" y="311023"/>
                    <a:pt x="147574" y="316738"/>
                  </a:cubicBezTo>
                  <a:lnTo>
                    <a:pt x="147574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359274" y="1141983"/>
              <a:ext cx="317500" cy="318008"/>
            </a:xfrm>
            <a:custGeom>
              <a:avLst/>
              <a:gdLst/>
              <a:ahLst/>
              <a:cxnLst/>
              <a:rect r="r" b="b" t="t" l="l"/>
              <a:pathLst>
                <a:path h="318008" w="317500">
                  <a:moveTo>
                    <a:pt x="317499" y="159258"/>
                  </a:moveTo>
                  <a:cubicBezTo>
                    <a:pt x="317499" y="246888"/>
                    <a:pt x="246379" y="318008"/>
                    <a:pt x="158749" y="318008"/>
                  </a:cubicBezTo>
                  <a:cubicBezTo>
                    <a:pt x="70611" y="318008"/>
                    <a:pt x="0" y="246888"/>
                    <a:pt x="0" y="159258"/>
                  </a:cubicBezTo>
                  <a:cubicBezTo>
                    <a:pt x="0" y="71120"/>
                    <a:pt x="70738" y="0"/>
                    <a:pt x="158749" y="0"/>
                  </a:cubicBezTo>
                  <a:cubicBezTo>
                    <a:pt x="246379" y="0"/>
                    <a:pt x="317499" y="71120"/>
                    <a:pt x="317499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888231" y="1141983"/>
              <a:ext cx="317500" cy="318008"/>
            </a:xfrm>
            <a:custGeom>
              <a:avLst/>
              <a:gdLst/>
              <a:ahLst/>
              <a:cxnLst/>
              <a:rect r="r" b="b" t="t" l="l"/>
              <a:pathLst>
                <a:path h="318008" w="317500">
                  <a:moveTo>
                    <a:pt x="317499" y="159258"/>
                  </a:moveTo>
                  <a:cubicBezTo>
                    <a:pt x="317499" y="246888"/>
                    <a:pt x="246761" y="318008"/>
                    <a:pt x="158750" y="318008"/>
                  </a:cubicBezTo>
                  <a:cubicBezTo>
                    <a:pt x="71120" y="318008"/>
                    <a:pt x="0" y="246888"/>
                    <a:pt x="0" y="159258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888" y="0"/>
                    <a:pt x="317499" y="71120"/>
                    <a:pt x="317499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417696" y="1141983"/>
              <a:ext cx="317500" cy="318008"/>
            </a:xfrm>
            <a:custGeom>
              <a:avLst/>
              <a:gdLst/>
              <a:ahLst/>
              <a:cxnLst/>
              <a:rect r="r" b="b" t="t" l="l"/>
              <a:pathLst>
                <a:path h="318008" w="317500">
                  <a:moveTo>
                    <a:pt x="317500" y="159258"/>
                  </a:moveTo>
                  <a:cubicBezTo>
                    <a:pt x="317500" y="246888"/>
                    <a:pt x="246380" y="318008"/>
                    <a:pt x="158750" y="318008"/>
                  </a:cubicBezTo>
                  <a:cubicBezTo>
                    <a:pt x="71120" y="318008"/>
                    <a:pt x="0" y="246888"/>
                    <a:pt x="0" y="159258"/>
                  </a:cubicBezTo>
                  <a:cubicBezTo>
                    <a:pt x="0" y="71120"/>
                    <a:pt x="71120" y="0"/>
                    <a:pt x="158750" y="0"/>
                  </a:cubicBezTo>
                  <a:cubicBezTo>
                    <a:pt x="246380" y="0"/>
                    <a:pt x="317500" y="71120"/>
                    <a:pt x="317500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946527" y="1141983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318007" y="159258"/>
                  </a:moveTo>
                  <a:cubicBezTo>
                    <a:pt x="318007" y="246888"/>
                    <a:pt x="246888" y="318008"/>
                    <a:pt x="159258" y="318008"/>
                  </a:cubicBezTo>
                  <a:cubicBezTo>
                    <a:pt x="71120" y="318008"/>
                    <a:pt x="0" y="246888"/>
                    <a:pt x="0" y="159258"/>
                  </a:cubicBezTo>
                  <a:cubicBezTo>
                    <a:pt x="0" y="71120"/>
                    <a:pt x="71120" y="0"/>
                    <a:pt x="159258" y="0"/>
                  </a:cubicBezTo>
                  <a:cubicBezTo>
                    <a:pt x="246888" y="0"/>
                    <a:pt x="318007" y="71120"/>
                    <a:pt x="318007" y="159258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829808" y="1142364"/>
              <a:ext cx="147574" cy="317246"/>
            </a:xfrm>
            <a:custGeom>
              <a:avLst/>
              <a:gdLst/>
              <a:ahLst/>
              <a:cxnLst/>
              <a:rect r="r" b="b" t="t" l="l"/>
              <a:pathLst>
                <a:path h="317246" w="147574">
                  <a:moveTo>
                    <a:pt x="147574" y="0"/>
                  </a:moveTo>
                  <a:cubicBezTo>
                    <a:pt x="65151" y="5842"/>
                    <a:pt x="0" y="74549"/>
                    <a:pt x="0" y="158877"/>
                  </a:cubicBezTo>
                  <a:cubicBezTo>
                    <a:pt x="0" y="242697"/>
                    <a:pt x="65151" y="311530"/>
                    <a:pt x="147574" y="317246"/>
                  </a:cubicBezTo>
                  <a:lnTo>
                    <a:pt x="147574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359274" y="1559939"/>
              <a:ext cx="317500" cy="318008"/>
            </a:xfrm>
            <a:custGeom>
              <a:avLst/>
              <a:gdLst/>
              <a:ahLst/>
              <a:cxnLst/>
              <a:rect r="r" b="b" t="t" l="l"/>
              <a:pathLst>
                <a:path h="318008" w="317500">
                  <a:moveTo>
                    <a:pt x="317499" y="158750"/>
                  </a:moveTo>
                  <a:cubicBezTo>
                    <a:pt x="317499" y="246888"/>
                    <a:pt x="246379" y="318008"/>
                    <a:pt x="158749" y="318008"/>
                  </a:cubicBezTo>
                  <a:cubicBezTo>
                    <a:pt x="70611" y="318008"/>
                    <a:pt x="0" y="246888"/>
                    <a:pt x="0" y="158750"/>
                  </a:cubicBezTo>
                  <a:cubicBezTo>
                    <a:pt x="0" y="71121"/>
                    <a:pt x="70738" y="0"/>
                    <a:pt x="158749" y="0"/>
                  </a:cubicBezTo>
                  <a:cubicBezTo>
                    <a:pt x="246379" y="0"/>
                    <a:pt x="317499" y="71121"/>
                    <a:pt x="317499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417696" y="1559939"/>
              <a:ext cx="317500" cy="318008"/>
            </a:xfrm>
            <a:custGeom>
              <a:avLst/>
              <a:gdLst/>
              <a:ahLst/>
              <a:cxnLst/>
              <a:rect r="r" b="b" t="t" l="l"/>
              <a:pathLst>
                <a:path h="318008" w="317500">
                  <a:moveTo>
                    <a:pt x="317500" y="158750"/>
                  </a:moveTo>
                  <a:cubicBezTo>
                    <a:pt x="317500" y="246888"/>
                    <a:pt x="246380" y="318008"/>
                    <a:pt x="158750" y="318008"/>
                  </a:cubicBezTo>
                  <a:cubicBezTo>
                    <a:pt x="71120" y="318008"/>
                    <a:pt x="0" y="246888"/>
                    <a:pt x="0" y="158750"/>
                  </a:cubicBezTo>
                  <a:cubicBezTo>
                    <a:pt x="0" y="71121"/>
                    <a:pt x="71120" y="0"/>
                    <a:pt x="158750" y="0"/>
                  </a:cubicBezTo>
                  <a:cubicBezTo>
                    <a:pt x="246380" y="0"/>
                    <a:pt x="317500" y="71121"/>
                    <a:pt x="317500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829808" y="1560193"/>
              <a:ext cx="147574" cy="317246"/>
            </a:xfrm>
            <a:custGeom>
              <a:avLst/>
              <a:gdLst/>
              <a:ahLst/>
              <a:cxnLst/>
              <a:rect r="r" b="b" t="t" l="l"/>
              <a:pathLst>
                <a:path h="317246" w="147574">
                  <a:moveTo>
                    <a:pt x="147574" y="0"/>
                  </a:moveTo>
                  <a:cubicBezTo>
                    <a:pt x="65151" y="5842"/>
                    <a:pt x="0" y="74549"/>
                    <a:pt x="0" y="158369"/>
                  </a:cubicBezTo>
                  <a:cubicBezTo>
                    <a:pt x="0" y="242697"/>
                    <a:pt x="65151" y="311531"/>
                    <a:pt x="147574" y="317246"/>
                  </a:cubicBezTo>
                  <a:lnTo>
                    <a:pt x="147574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359274" y="1977769"/>
              <a:ext cx="317500" cy="317500"/>
            </a:xfrm>
            <a:custGeom>
              <a:avLst/>
              <a:gdLst/>
              <a:ahLst/>
              <a:cxnLst/>
              <a:rect r="r" b="b" t="t" l="l"/>
              <a:pathLst>
                <a:path h="317500" w="317500">
                  <a:moveTo>
                    <a:pt x="317499" y="158750"/>
                  </a:moveTo>
                  <a:cubicBezTo>
                    <a:pt x="317499" y="246888"/>
                    <a:pt x="246379" y="317500"/>
                    <a:pt x="158749" y="317500"/>
                  </a:cubicBezTo>
                  <a:cubicBezTo>
                    <a:pt x="70611" y="317500"/>
                    <a:pt x="0" y="246761"/>
                    <a:pt x="0" y="158750"/>
                  </a:cubicBezTo>
                  <a:cubicBezTo>
                    <a:pt x="0" y="71120"/>
                    <a:pt x="70738" y="0"/>
                    <a:pt x="158749" y="0"/>
                  </a:cubicBezTo>
                  <a:cubicBezTo>
                    <a:pt x="246379" y="0"/>
                    <a:pt x="317499" y="71120"/>
                    <a:pt x="317499" y="158750"/>
                  </a:cubicBez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829808" y="1978023"/>
              <a:ext cx="147574" cy="316738"/>
            </a:xfrm>
            <a:custGeom>
              <a:avLst/>
              <a:gdLst/>
              <a:ahLst/>
              <a:cxnLst/>
              <a:rect r="r" b="b" t="t" l="l"/>
              <a:pathLst>
                <a:path h="316738" w="147574">
                  <a:moveTo>
                    <a:pt x="147574" y="0"/>
                  </a:moveTo>
                  <a:cubicBezTo>
                    <a:pt x="65151" y="5842"/>
                    <a:pt x="0" y="74549"/>
                    <a:pt x="0" y="158369"/>
                  </a:cubicBezTo>
                  <a:cubicBezTo>
                    <a:pt x="0" y="242697"/>
                    <a:pt x="65151" y="311023"/>
                    <a:pt x="147574" y="316738"/>
                  </a:cubicBezTo>
                  <a:lnTo>
                    <a:pt x="147574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829808" y="2395853"/>
              <a:ext cx="147574" cy="313690"/>
            </a:xfrm>
            <a:custGeom>
              <a:avLst/>
              <a:gdLst/>
              <a:ahLst/>
              <a:cxnLst/>
              <a:rect r="r" b="b" t="t" l="l"/>
              <a:pathLst>
                <a:path h="313690" w="147574">
                  <a:moveTo>
                    <a:pt x="147574" y="0"/>
                  </a:moveTo>
                  <a:cubicBezTo>
                    <a:pt x="65151" y="5842"/>
                    <a:pt x="0" y="74548"/>
                    <a:pt x="0" y="158368"/>
                  </a:cubicBezTo>
                  <a:cubicBezTo>
                    <a:pt x="0" y="235076"/>
                    <a:pt x="53975" y="298576"/>
                    <a:pt x="125730" y="313689"/>
                  </a:cubicBezTo>
                  <a:lnTo>
                    <a:pt x="147447" y="313689"/>
                  </a:lnTo>
                  <a:lnTo>
                    <a:pt x="147447" y="0"/>
                  </a:lnTo>
                  <a:close/>
                </a:path>
              </a:pathLst>
            </a:custGeom>
            <a:solidFill>
              <a:srgbClr val="9E8E7E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3500" y="63500"/>
              <a:ext cx="3913882" cy="2649725"/>
            </a:xfrm>
            <a:custGeom>
              <a:avLst/>
              <a:gdLst/>
              <a:ahLst/>
              <a:cxnLst/>
              <a:rect r="r" b="b" t="t" l="l"/>
              <a:pathLst>
                <a:path h="2649725" w="3913882">
                  <a:moveTo>
                    <a:pt x="0" y="0"/>
                  </a:moveTo>
                  <a:lnTo>
                    <a:pt x="0" y="2649725"/>
                  </a:lnTo>
                  <a:lnTo>
                    <a:pt x="3913882" y="2649725"/>
                  </a:lnTo>
                  <a:lnTo>
                    <a:pt x="39138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801904" y="1244541"/>
            <a:ext cx="15117851" cy="67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7648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RESULTS AND FUTUREWORKS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15662" y="2781290"/>
            <a:ext cx="102937" cy="81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7"/>
              </a:lnSpc>
            </a:pPr>
            <a:r>
              <a:rPr lang="en-US" sz="2943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0935" y="2637015"/>
            <a:ext cx="15439789" cy="711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8"/>
              </a:lnSpc>
            </a:pPr>
            <a:r>
              <a:rPr lang="en-US" b="true" sz="368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classification accuracy achieved using classical ML models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CNN model demonstrated effective learning of scanner-specific features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Reliable performance observed across different scanner devices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Successful deployment of an end-to-end forensic identification system</a:t>
            </a:r>
          </a:p>
          <a:p>
            <a:pPr algn="l">
              <a:lnSpc>
                <a:spcPts val="5108"/>
              </a:lnSpc>
            </a:pPr>
            <a:r>
              <a:rPr lang="en-US" b="true" sz="3680">
                <a:solidFill>
                  <a:srgbClr val="34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Future Works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Inclusion of additional scanner models and datasets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Testing on real-world scanned documents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Integration of advanced forensic noise analysis techniques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Further optimization of deep learning architecture</a:t>
            </a:r>
          </a:p>
          <a:p>
            <a:pPr algn="l" marL="794660" indent="-397330" lvl="1">
              <a:lnSpc>
                <a:spcPts val="5108"/>
              </a:lnSpc>
              <a:buFont typeface="Arial"/>
              <a:buChar char="•"/>
            </a:pPr>
            <a:r>
              <a:rPr lang="en-US" sz="368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Scalable cloud-based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406" y="104337"/>
            <a:ext cx="7056187" cy="2812056"/>
          </a:xfrm>
          <a:custGeom>
            <a:avLst/>
            <a:gdLst/>
            <a:ahLst/>
            <a:cxnLst/>
            <a:rect r="r" b="b" t="t" l="l"/>
            <a:pathLst>
              <a:path h="2812056" w="7056187">
                <a:moveTo>
                  <a:pt x="0" y="0"/>
                </a:moveTo>
                <a:lnTo>
                  <a:pt x="7056187" y="0"/>
                </a:lnTo>
                <a:lnTo>
                  <a:pt x="7056187" y="2812056"/>
                </a:lnTo>
                <a:lnTo>
                  <a:pt x="0" y="28120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920626" y="-63503"/>
            <a:ext cx="4241797" cy="2352237"/>
            <a:chOff x="0" y="0"/>
            <a:chExt cx="4241800" cy="23522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4156964" cy="2225289"/>
            </a:xfrm>
            <a:custGeom>
              <a:avLst/>
              <a:gdLst/>
              <a:ahLst/>
              <a:cxnLst/>
              <a:rect r="r" b="b" t="t" l="l"/>
              <a:pathLst>
                <a:path h="2225289" w="4156964">
                  <a:moveTo>
                    <a:pt x="31115" y="0"/>
                  </a:moveTo>
                  <a:lnTo>
                    <a:pt x="4445" y="26670"/>
                  </a:lnTo>
                  <a:cubicBezTo>
                    <a:pt x="2032" y="58801"/>
                    <a:pt x="635" y="90678"/>
                    <a:pt x="0" y="122936"/>
                  </a:cubicBezTo>
                  <a:lnTo>
                    <a:pt x="122809" y="0"/>
                  </a:lnTo>
                  <a:close/>
                  <a:moveTo>
                    <a:pt x="389001" y="0"/>
                  </a:moveTo>
                  <a:lnTo>
                    <a:pt x="10414" y="378586"/>
                  </a:lnTo>
                  <a:cubicBezTo>
                    <a:pt x="13208" y="405891"/>
                    <a:pt x="16637" y="433323"/>
                    <a:pt x="20447" y="460628"/>
                  </a:cubicBezTo>
                  <a:lnTo>
                    <a:pt x="481076" y="0"/>
                  </a:lnTo>
                  <a:close/>
                  <a:moveTo>
                    <a:pt x="839216" y="0"/>
                  </a:moveTo>
                  <a:lnTo>
                    <a:pt x="64770" y="682496"/>
                  </a:lnTo>
                  <a:cubicBezTo>
                    <a:pt x="70993" y="706753"/>
                    <a:pt x="77597" y="730629"/>
                    <a:pt x="84455" y="754505"/>
                  </a:cubicBezTo>
                  <a:lnTo>
                    <a:pt x="838835" y="0"/>
                  </a:lnTo>
                  <a:close/>
                  <a:moveTo>
                    <a:pt x="1196975" y="0"/>
                  </a:moveTo>
                  <a:lnTo>
                    <a:pt x="154051" y="951355"/>
                  </a:lnTo>
                  <a:cubicBezTo>
                    <a:pt x="163068" y="972818"/>
                    <a:pt x="172085" y="994280"/>
                    <a:pt x="181737" y="1015362"/>
                  </a:cubicBezTo>
                  <a:lnTo>
                    <a:pt x="1197102" y="0"/>
                  </a:lnTo>
                  <a:close/>
                  <a:moveTo>
                    <a:pt x="1555115" y="0"/>
                  </a:moveTo>
                  <a:lnTo>
                    <a:pt x="271653" y="1191511"/>
                  </a:lnTo>
                  <a:cubicBezTo>
                    <a:pt x="282702" y="1210942"/>
                    <a:pt x="294132" y="1229865"/>
                    <a:pt x="305943" y="1248915"/>
                  </a:cubicBezTo>
                  <a:lnTo>
                    <a:pt x="1554988" y="0"/>
                  </a:lnTo>
                  <a:close/>
                  <a:moveTo>
                    <a:pt x="1913001" y="0"/>
                  </a:moveTo>
                  <a:lnTo>
                    <a:pt x="414274" y="1407156"/>
                  </a:lnTo>
                  <a:cubicBezTo>
                    <a:pt x="427482" y="1424428"/>
                    <a:pt x="440563" y="1441700"/>
                    <a:pt x="454406" y="1458718"/>
                  </a:cubicBezTo>
                  <a:lnTo>
                    <a:pt x="1913128" y="0"/>
                  </a:lnTo>
                  <a:close/>
                  <a:moveTo>
                    <a:pt x="2271268" y="0"/>
                  </a:moveTo>
                  <a:lnTo>
                    <a:pt x="579628" y="1599942"/>
                  </a:lnTo>
                  <a:cubicBezTo>
                    <a:pt x="587248" y="1607562"/>
                    <a:pt x="594487" y="1615563"/>
                    <a:pt x="602107" y="1623183"/>
                  </a:cubicBezTo>
                  <a:cubicBezTo>
                    <a:pt x="609727" y="1630803"/>
                    <a:pt x="617728" y="1638423"/>
                    <a:pt x="625348" y="1645662"/>
                  </a:cubicBezTo>
                  <a:lnTo>
                    <a:pt x="2270887" y="0"/>
                  </a:lnTo>
                  <a:close/>
                  <a:moveTo>
                    <a:pt x="2628773" y="0"/>
                  </a:moveTo>
                  <a:lnTo>
                    <a:pt x="766572" y="1770884"/>
                  </a:lnTo>
                  <a:cubicBezTo>
                    <a:pt x="783590" y="1784727"/>
                    <a:pt x="800862" y="1797934"/>
                    <a:pt x="818134" y="1811015"/>
                  </a:cubicBezTo>
                  <a:lnTo>
                    <a:pt x="2629154" y="0"/>
                  </a:lnTo>
                  <a:close/>
                  <a:moveTo>
                    <a:pt x="3922776" y="1212974"/>
                  </a:moveTo>
                  <a:lnTo>
                    <a:pt x="3194685" y="1941063"/>
                  </a:lnTo>
                  <a:cubicBezTo>
                    <a:pt x="3341116" y="1854576"/>
                    <a:pt x="3478784" y="1748659"/>
                    <a:pt x="3604768" y="1623056"/>
                  </a:cubicBezTo>
                  <a:cubicBezTo>
                    <a:pt x="3730371" y="1497453"/>
                    <a:pt x="3836670" y="1359405"/>
                    <a:pt x="3922776" y="1212974"/>
                  </a:cubicBezTo>
                  <a:close/>
                  <a:moveTo>
                    <a:pt x="2895600" y="0"/>
                  </a:moveTo>
                  <a:lnTo>
                    <a:pt x="976249" y="1919346"/>
                  </a:lnTo>
                  <a:cubicBezTo>
                    <a:pt x="995299" y="1931157"/>
                    <a:pt x="1014603" y="1942587"/>
                    <a:pt x="1033653" y="1953636"/>
                  </a:cubicBezTo>
                  <a:lnTo>
                    <a:pt x="2987294" y="0"/>
                  </a:lnTo>
                  <a:close/>
                  <a:moveTo>
                    <a:pt x="3345434" y="0"/>
                  </a:moveTo>
                  <a:lnTo>
                    <a:pt x="1210183" y="2043552"/>
                  </a:lnTo>
                  <a:cubicBezTo>
                    <a:pt x="1231265" y="2053204"/>
                    <a:pt x="1252728" y="2062602"/>
                    <a:pt x="1274191" y="2071238"/>
                  </a:cubicBezTo>
                  <a:lnTo>
                    <a:pt x="3345434" y="0"/>
                  </a:lnTo>
                  <a:close/>
                  <a:moveTo>
                    <a:pt x="3703574" y="0"/>
                  </a:moveTo>
                  <a:lnTo>
                    <a:pt x="1470787" y="2140834"/>
                  </a:lnTo>
                  <a:cubicBezTo>
                    <a:pt x="1494663" y="2147819"/>
                    <a:pt x="1518539" y="2154296"/>
                    <a:pt x="1542796" y="2160519"/>
                  </a:cubicBezTo>
                  <a:lnTo>
                    <a:pt x="3703574" y="0"/>
                  </a:lnTo>
                  <a:close/>
                  <a:moveTo>
                    <a:pt x="4156964" y="620901"/>
                  </a:moveTo>
                  <a:lnTo>
                    <a:pt x="2510409" y="2175759"/>
                  </a:lnTo>
                  <a:cubicBezTo>
                    <a:pt x="2551938" y="2166361"/>
                    <a:pt x="2593086" y="2155693"/>
                    <a:pt x="2633980" y="2143882"/>
                  </a:cubicBezTo>
                  <a:lnTo>
                    <a:pt x="4033520" y="744345"/>
                  </a:lnTo>
                  <a:cubicBezTo>
                    <a:pt x="4045331" y="703451"/>
                    <a:pt x="4055999" y="662303"/>
                    <a:pt x="4065397" y="620774"/>
                  </a:cubicBezTo>
                  <a:close/>
                  <a:moveTo>
                    <a:pt x="3969385" y="0"/>
                  </a:moveTo>
                  <a:lnTo>
                    <a:pt x="1764665" y="2204841"/>
                  </a:lnTo>
                  <a:cubicBezTo>
                    <a:pt x="1791970" y="2208651"/>
                    <a:pt x="1819402" y="2212080"/>
                    <a:pt x="1846707" y="2214874"/>
                  </a:cubicBezTo>
                  <a:lnTo>
                    <a:pt x="4061460" y="0"/>
                  </a:lnTo>
                  <a:close/>
                  <a:moveTo>
                    <a:pt x="4114800" y="213232"/>
                  </a:moveTo>
                  <a:lnTo>
                    <a:pt x="2102358" y="2225288"/>
                  </a:lnTo>
                  <a:cubicBezTo>
                    <a:pt x="2134489" y="2224653"/>
                    <a:pt x="2166366" y="2223256"/>
                    <a:pt x="2198497" y="2220843"/>
                  </a:cubicBezTo>
                  <a:lnTo>
                    <a:pt x="4110609" y="308990"/>
                  </a:lnTo>
                  <a:cubicBezTo>
                    <a:pt x="4112387" y="281304"/>
                    <a:pt x="4113911" y="253745"/>
                    <a:pt x="4114800" y="226186"/>
                  </a:cubicBezTo>
                  <a:lnTo>
                    <a:pt x="4114800" y="213232"/>
                  </a:ln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4114800" cy="2225289"/>
            </a:xfrm>
            <a:custGeom>
              <a:avLst/>
              <a:gdLst/>
              <a:ahLst/>
              <a:cxnLst/>
              <a:rect r="r" b="b" t="t" l="l"/>
              <a:pathLst>
                <a:path h="2225289" w="4114800">
                  <a:moveTo>
                    <a:pt x="0" y="0"/>
                  </a:moveTo>
                  <a:lnTo>
                    <a:pt x="0" y="2225288"/>
                  </a:lnTo>
                  <a:lnTo>
                    <a:pt x="4114800" y="2225288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720226" y="8054997"/>
            <a:ext cx="7442197" cy="2050285"/>
          </a:xfrm>
          <a:custGeom>
            <a:avLst/>
            <a:gdLst/>
            <a:ahLst/>
            <a:cxnLst/>
            <a:rect r="r" b="b" t="t" l="l"/>
            <a:pathLst>
              <a:path h="2050285" w="7442197">
                <a:moveTo>
                  <a:pt x="0" y="0"/>
                </a:moveTo>
                <a:lnTo>
                  <a:pt x="7442196" y="0"/>
                </a:lnTo>
                <a:lnTo>
                  <a:pt x="7442196" y="2050285"/>
                </a:lnTo>
                <a:lnTo>
                  <a:pt x="0" y="205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00624" y="2630757"/>
            <a:ext cx="8254994" cy="81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9199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07195" y="3614328"/>
            <a:ext cx="99422" cy="78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2842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4962" y="3909603"/>
            <a:ext cx="16718076" cy="318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The TraceFinder project demonstrates the effectiveness of machine learning and deep learning techniques in forensic scanner identification. By analyzing subtle scanner-dependent artifacts in scanned documents, the system enables accurate source classification. The deployed application provides a practical solution for real-world forensic document analysis and highlights the growing role of artificial intelligence in digital forensics.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7901654" cy="5308111"/>
          </a:xfrm>
          <a:custGeom>
            <a:avLst/>
            <a:gdLst/>
            <a:ahLst/>
            <a:cxnLst/>
            <a:rect r="r" b="b" t="t" l="l"/>
            <a:pathLst>
              <a:path h="5308111" w="7901654">
                <a:moveTo>
                  <a:pt x="0" y="0"/>
                </a:moveTo>
                <a:lnTo>
                  <a:pt x="7901654" y="0"/>
                </a:lnTo>
                <a:lnTo>
                  <a:pt x="7901654" y="5308111"/>
                </a:lnTo>
                <a:lnTo>
                  <a:pt x="0" y="5308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" y="8067913"/>
            <a:ext cx="7442197" cy="2050285"/>
          </a:xfrm>
          <a:custGeom>
            <a:avLst/>
            <a:gdLst/>
            <a:ahLst/>
            <a:cxnLst/>
            <a:rect r="r" b="b" t="t" l="l"/>
            <a:pathLst>
              <a:path h="2050285" w="7442197">
                <a:moveTo>
                  <a:pt x="0" y="0"/>
                </a:moveTo>
                <a:lnTo>
                  <a:pt x="7442197" y="0"/>
                </a:lnTo>
                <a:lnTo>
                  <a:pt x="7442197" y="2050285"/>
                </a:lnTo>
                <a:lnTo>
                  <a:pt x="0" y="205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10020" y="-63503"/>
            <a:ext cx="4936722" cy="1155697"/>
          </a:xfrm>
          <a:custGeom>
            <a:avLst/>
            <a:gdLst/>
            <a:ahLst/>
            <a:cxnLst/>
            <a:rect r="r" b="b" t="t" l="l"/>
            <a:pathLst>
              <a:path h="1155697" w="4936722">
                <a:moveTo>
                  <a:pt x="0" y="0"/>
                </a:moveTo>
                <a:lnTo>
                  <a:pt x="4936722" y="0"/>
                </a:lnTo>
                <a:lnTo>
                  <a:pt x="4936722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18611" y="-63503"/>
            <a:ext cx="4936722" cy="1155697"/>
          </a:xfrm>
          <a:custGeom>
            <a:avLst/>
            <a:gdLst/>
            <a:ahLst/>
            <a:cxnLst/>
            <a:rect r="r" b="b" t="t" l="l"/>
            <a:pathLst>
              <a:path h="1155697" w="4936722">
                <a:moveTo>
                  <a:pt x="0" y="0"/>
                </a:moveTo>
                <a:lnTo>
                  <a:pt x="4936722" y="0"/>
                </a:lnTo>
                <a:lnTo>
                  <a:pt x="4936722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118611" y="5117611"/>
            <a:ext cx="5235940" cy="5235940"/>
            <a:chOff x="0" y="0"/>
            <a:chExt cx="5235943" cy="52359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5105913" cy="5105913"/>
            </a:xfrm>
            <a:custGeom>
              <a:avLst/>
              <a:gdLst/>
              <a:ahLst/>
              <a:cxnLst/>
              <a:rect r="r" b="b" t="t" l="l"/>
              <a:pathLst>
                <a:path h="5105913" w="5105913">
                  <a:moveTo>
                    <a:pt x="4076704" y="0"/>
                  </a:moveTo>
                  <a:cubicBezTo>
                    <a:pt x="4010029" y="0"/>
                    <a:pt x="3943354" y="1651"/>
                    <a:pt x="3876679" y="4953"/>
                  </a:cubicBezTo>
                  <a:cubicBezTo>
                    <a:pt x="3810004" y="8255"/>
                    <a:pt x="3743583" y="13081"/>
                    <a:pt x="3677162" y="19685"/>
                  </a:cubicBezTo>
                  <a:cubicBezTo>
                    <a:pt x="3610741" y="26289"/>
                    <a:pt x="3544574" y="34290"/>
                    <a:pt x="3478534" y="44069"/>
                  </a:cubicBezTo>
                  <a:cubicBezTo>
                    <a:pt x="3412493" y="53848"/>
                    <a:pt x="3346834" y="65278"/>
                    <a:pt x="3281430" y="78232"/>
                  </a:cubicBezTo>
                  <a:cubicBezTo>
                    <a:pt x="3216024" y="91186"/>
                    <a:pt x="3150874" y="105918"/>
                    <a:pt x="3086103" y="122174"/>
                  </a:cubicBezTo>
                  <a:cubicBezTo>
                    <a:pt x="3021333" y="138430"/>
                    <a:pt x="2957071" y="156210"/>
                    <a:pt x="2893317" y="175514"/>
                  </a:cubicBezTo>
                  <a:cubicBezTo>
                    <a:pt x="2829563" y="194818"/>
                    <a:pt x="2766190" y="215773"/>
                    <a:pt x="2703325" y="238252"/>
                  </a:cubicBezTo>
                  <a:cubicBezTo>
                    <a:pt x="2640460" y="260731"/>
                    <a:pt x="2578230" y="284734"/>
                    <a:pt x="2516635" y="310261"/>
                  </a:cubicBezTo>
                  <a:cubicBezTo>
                    <a:pt x="2455040" y="335788"/>
                    <a:pt x="2394079" y="362839"/>
                    <a:pt x="2333754" y="391288"/>
                  </a:cubicBezTo>
                  <a:cubicBezTo>
                    <a:pt x="2273429" y="419736"/>
                    <a:pt x="2213866" y="449835"/>
                    <a:pt x="2155065" y="481204"/>
                  </a:cubicBezTo>
                  <a:cubicBezTo>
                    <a:pt x="2096264" y="512573"/>
                    <a:pt x="2038225" y="545593"/>
                    <a:pt x="1980948" y="579883"/>
                  </a:cubicBezTo>
                  <a:cubicBezTo>
                    <a:pt x="1923671" y="614173"/>
                    <a:pt x="1867410" y="649860"/>
                    <a:pt x="1811911" y="686944"/>
                  </a:cubicBezTo>
                  <a:cubicBezTo>
                    <a:pt x="1756412" y="724028"/>
                    <a:pt x="1701929" y="762382"/>
                    <a:pt x="1648335" y="802133"/>
                  </a:cubicBezTo>
                  <a:cubicBezTo>
                    <a:pt x="1594741" y="841884"/>
                    <a:pt x="1542163" y="882905"/>
                    <a:pt x="1490601" y="925196"/>
                  </a:cubicBezTo>
                  <a:cubicBezTo>
                    <a:pt x="1439039" y="967487"/>
                    <a:pt x="1388493" y="1011048"/>
                    <a:pt x="1339089" y="1055879"/>
                  </a:cubicBezTo>
                  <a:cubicBezTo>
                    <a:pt x="1289686" y="1100710"/>
                    <a:pt x="1241299" y="1146684"/>
                    <a:pt x="1194182" y="1193801"/>
                  </a:cubicBezTo>
                  <a:cubicBezTo>
                    <a:pt x="1147065" y="1240918"/>
                    <a:pt x="1100964" y="1289305"/>
                    <a:pt x="1056260" y="1338708"/>
                  </a:cubicBezTo>
                  <a:cubicBezTo>
                    <a:pt x="1011556" y="1388111"/>
                    <a:pt x="967868" y="1438658"/>
                    <a:pt x="925577" y="1490220"/>
                  </a:cubicBezTo>
                  <a:cubicBezTo>
                    <a:pt x="883286" y="1541782"/>
                    <a:pt x="842265" y="1594360"/>
                    <a:pt x="802514" y="1647954"/>
                  </a:cubicBezTo>
                  <a:cubicBezTo>
                    <a:pt x="762763" y="1701548"/>
                    <a:pt x="724409" y="1756031"/>
                    <a:pt x="687325" y="1811530"/>
                  </a:cubicBezTo>
                  <a:cubicBezTo>
                    <a:pt x="650241" y="1867029"/>
                    <a:pt x="614554" y="1923417"/>
                    <a:pt x="580264" y="1980567"/>
                  </a:cubicBezTo>
                  <a:cubicBezTo>
                    <a:pt x="545974" y="2037717"/>
                    <a:pt x="513081" y="2095883"/>
                    <a:pt x="481585" y="2154684"/>
                  </a:cubicBezTo>
                  <a:cubicBezTo>
                    <a:pt x="450089" y="2213485"/>
                    <a:pt x="420117" y="2273048"/>
                    <a:pt x="391668" y="2333373"/>
                  </a:cubicBezTo>
                  <a:cubicBezTo>
                    <a:pt x="363220" y="2393699"/>
                    <a:pt x="336169" y="2454659"/>
                    <a:pt x="310642" y="2516254"/>
                  </a:cubicBezTo>
                  <a:cubicBezTo>
                    <a:pt x="285115" y="2577849"/>
                    <a:pt x="261112" y="2640079"/>
                    <a:pt x="238633" y="2702944"/>
                  </a:cubicBezTo>
                  <a:cubicBezTo>
                    <a:pt x="216154" y="2765809"/>
                    <a:pt x="195199" y="2829055"/>
                    <a:pt x="175895" y="2892936"/>
                  </a:cubicBezTo>
                  <a:cubicBezTo>
                    <a:pt x="156591" y="2956817"/>
                    <a:pt x="138684" y="3021079"/>
                    <a:pt x="122555" y="3085722"/>
                  </a:cubicBezTo>
                  <a:cubicBezTo>
                    <a:pt x="106426" y="3150365"/>
                    <a:pt x="91694" y="3215517"/>
                    <a:pt x="78740" y="3280921"/>
                  </a:cubicBezTo>
                  <a:cubicBezTo>
                    <a:pt x="65786" y="3346326"/>
                    <a:pt x="53975" y="3412494"/>
                    <a:pt x="44069" y="3478534"/>
                  </a:cubicBezTo>
                  <a:cubicBezTo>
                    <a:pt x="34163" y="3544574"/>
                    <a:pt x="26162" y="3610741"/>
                    <a:pt x="19558" y="3677162"/>
                  </a:cubicBezTo>
                  <a:cubicBezTo>
                    <a:pt x="12954" y="3743583"/>
                    <a:pt x="8128" y="3810131"/>
                    <a:pt x="4826" y="3876679"/>
                  </a:cubicBezTo>
                  <a:cubicBezTo>
                    <a:pt x="1524" y="3943227"/>
                    <a:pt x="0" y="4010029"/>
                    <a:pt x="0" y="4076705"/>
                  </a:cubicBezTo>
                  <a:cubicBezTo>
                    <a:pt x="0" y="4143380"/>
                    <a:pt x="1651" y="4210055"/>
                    <a:pt x="4953" y="4276730"/>
                  </a:cubicBezTo>
                  <a:cubicBezTo>
                    <a:pt x="8255" y="4343405"/>
                    <a:pt x="13081" y="4409826"/>
                    <a:pt x="19685" y="4476247"/>
                  </a:cubicBezTo>
                  <a:cubicBezTo>
                    <a:pt x="26289" y="4542668"/>
                    <a:pt x="34290" y="4608835"/>
                    <a:pt x="44069" y="4674875"/>
                  </a:cubicBezTo>
                  <a:cubicBezTo>
                    <a:pt x="53848" y="4740915"/>
                    <a:pt x="65278" y="4806574"/>
                    <a:pt x="78232" y="4871979"/>
                  </a:cubicBezTo>
                  <a:cubicBezTo>
                    <a:pt x="91186" y="4937385"/>
                    <a:pt x="105918" y="5002535"/>
                    <a:pt x="122174" y="5067305"/>
                  </a:cubicBezTo>
                  <a:cubicBezTo>
                    <a:pt x="125349" y="5080259"/>
                    <a:pt x="128651" y="5093086"/>
                    <a:pt x="132080" y="5105914"/>
                  </a:cubicBezTo>
                  <a:lnTo>
                    <a:pt x="5105914" y="5105914"/>
                  </a:lnTo>
                  <a:lnTo>
                    <a:pt x="5105914" y="132080"/>
                  </a:lnTo>
                  <a:cubicBezTo>
                    <a:pt x="5093086" y="128778"/>
                    <a:pt x="5080133" y="125476"/>
                    <a:pt x="5067305" y="122174"/>
                  </a:cubicBezTo>
                  <a:cubicBezTo>
                    <a:pt x="5002535" y="105918"/>
                    <a:pt x="4937511" y="91313"/>
                    <a:pt x="4872106" y="78359"/>
                  </a:cubicBezTo>
                  <a:cubicBezTo>
                    <a:pt x="4806701" y="65405"/>
                    <a:pt x="4740915" y="53975"/>
                    <a:pt x="4674875" y="44069"/>
                  </a:cubicBezTo>
                  <a:cubicBezTo>
                    <a:pt x="4608835" y="34163"/>
                    <a:pt x="4542668" y="26162"/>
                    <a:pt x="4476247" y="19558"/>
                  </a:cubicBezTo>
                  <a:cubicBezTo>
                    <a:pt x="4409826" y="12954"/>
                    <a:pt x="4343278" y="8128"/>
                    <a:pt x="4276730" y="4826"/>
                  </a:cubicBezTo>
                  <a:cubicBezTo>
                    <a:pt x="4210182" y="1524"/>
                    <a:pt x="4143379" y="0"/>
                    <a:pt x="4076704" y="0"/>
                  </a:cubicBezTo>
                  <a:close/>
                </a:path>
              </a:pathLst>
            </a:custGeom>
            <a:solidFill>
              <a:srgbClr val="F6F3E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064261" y="1070484"/>
              <a:ext cx="4105152" cy="4098929"/>
            </a:xfrm>
            <a:custGeom>
              <a:avLst/>
              <a:gdLst/>
              <a:ahLst/>
              <a:cxnLst/>
              <a:rect r="r" b="b" t="t" l="l"/>
              <a:pathLst>
                <a:path h="4098929" w="4105152">
                  <a:moveTo>
                    <a:pt x="4105153" y="0"/>
                  </a:moveTo>
                  <a:cubicBezTo>
                    <a:pt x="1909574" y="151638"/>
                    <a:pt x="154813" y="1904367"/>
                    <a:pt x="0" y="4098930"/>
                  </a:cubicBezTo>
                  <a:lnTo>
                    <a:pt x="2029970" y="4098930"/>
                  </a:lnTo>
                  <a:cubicBezTo>
                    <a:pt x="2171322" y="3021333"/>
                    <a:pt x="3026286" y="2168147"/>
                    <a:pt x="4105153" y="2029716"/>
                  </a:cubicBezTo>
                  <a:lnTo>
                    <a:pt x="4105153" y="0"/>
                  </a:lnTo>
                  <a:close/>
                </a:path>
              </a:pathLst>
            </a:custGeom>
            <a:solidFill>
              <a:srgbClr val="5C689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5105913" cy="5105913"/>
            </a:xfrm>
            <a:custGeom>
              <a:avLst/>
              <a:gdLst/>
              <a:ahLst/>
              <a:cxnLst/>
              <a:rect r="r" b="b" t="t" l="l"/>
              <a:pathLst>
                <a:path h="5105913" w="5105913">
                  <a:moveTo>
                    <a:pt x="0" y="0"/>
                  </a:moveTo>
                  <a:lnTo>
                    <a:pt x="0" y="5105914"/>
                  </a:lnTo>
                  <a:lnTo>
                    <a:pt x="5105914" y="5105914"/>
                  </a:lnTo>
                  <a:lnTo>
                    <a:pt x="510591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53085" y="1059943"/>
              <a:ext cx="4116328" cy="4109470"/>
            </a:xfrm>
            <a:custGeom>
              <a:avLst/>
              <a:gdLst/>
              <a:ahLst/>
              <a:cxnLst/>
              <a:rect r="r" b="b" t="t" l="l"/>
              <a:pathLst>
                <a:path h="4109470" w="4116328">
                  <a:moveTo>
                    <a:pt x="0" y="0"/>
                  </a:moveTo>
                  <a:lnTo>
                    <a:pt x="0" y="4109471"/>
                  </a:lnTo>
                  <a:lnTo>
                    <a:pt x="4116329" y="4109471"/>
                  </a:lnTo>
                  <a:lnTo>
                    <a:pt x="411632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684956" y="3900573"/>
            <a:ext cx="11276028" cy="25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2"/>
              </a:lnSpc>
            </a:pPr>
            <a:r>
              <a:rPr lang="en-US" sz="14516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DAG_PJuEdlE</dc:identifier>
  <dcterms:modified xsi:type="dcterms:W3CDTF">2011-08-01T06:04:30Z</dcterms:modified>
  <cp:revision>1</cp:revision>
  <dc:title>Copy of archaelogical.pdf</dc:title>
</cp:coreProperties>
</file>